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slideLayouts/slideLayout10.xml" ContentType="application/vnd.openxmlformats-officedocument.presentationml.slideLayout+xml"/>
  <Override PartName="/ppt/theme/theme7.xml" ContentType="application/vnd.openxmlformats-officedocument.theme+xml"/>
  <Override PartName="/ppt/slideLayouts/slideLayout11.xml" ContentType="application/vnd.openxmlformats-officedocument.presentationml.slideLayout+xml"/>
  <Override PartName="/ppt/theme/theme8.xml" ContentType="application/vnd.openxmlformats-officedocument.theme+xml"/>
  <Override PartName="/ppt/slideLayouts/slideLayout12.xml" ContentType="application/vnd.openxmlformats-officedocument.presentationml.slideLayout+xml"/>
  <Override PartName="/ppt/theme/theme9.xml" ContentType="application/vnd.openxmlformats-officedocument.theme+xml"/>
  <Override PartName="/ppt/slideLayouts/slideLayout13.xml" ContentType="application/vnd.openxmlformats-officedocument.presentationml.slideLayout+xml"/>
  <Override PartName="/ppt/theme/theme10.xml" ContentType="application/vnd.openxmlformats-officedocument.theme+xml"/>
  <Override PartName="/ppt/slideLayouts/slideLayout14.xml" ContentType="application/vnd.openxmlformats-officedocument.presentationml.slideLayout+xml"/>
  <Override PartName="/ppt/theme/theme11.xml" ContentType="application/vnd.openxmlformats-officedocument.theme+xml"/>
  <Override PartName="/ppt/slideLayouts/slideLayout15.xml" ContentType="application/vnd.openxmlformats-officedocument.presentationml.slideLayout+xml"/>
  <Override PartName="/ppt/theme/theme12.xml" ContentType="application/vnd.openxmlformats-officedocument.theme+xml"/>
  <Override PartName="/ppt/slideLayouts/slideLayout16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0" r:id="rId2"/>
    <p:sldMasterId id="2147483656" r:id="rId3"/>
    <p:sldMasterId id="2147483658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670" r:id="rId10"/>
    <p:sldMasterId id="2147483672" r:id="rId11"/>
    <p:sldMasterId id="2147483674" r:id="rId12"/>
    <p:sldMasterId id="2147483676" r:id="rId13"/>
  </p:sldMasterIdLst>
  <p:notesMasterIdLst>
    <p:notesMasterId r:id="rId26"/>
  </p:notesMasterIdLst>
  <p:sldIdLst>
    <p:sldId id="256" r:id="rId14"/>
    <p:sldId id="26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7" r:id="rId23"/>
    <p:sldId id="268" r:id="rId24"/>
    <p:sldId id="264" r:id="rId25"/>
  </p:sldIdLst>
  <p:sldSz cx="12192000" cy="6858000"/>
  <p:notesSz cx="6797675" cy="9874250"/>
  <p:embeddedFontLst>
    <p:embeddedFont>
      <p:font typeface="Bodoni" panose="020B0604020202020204" charset="0"/>
      <p:regular r:id="rId27"/>
      <p:bold r:id="rId28"/>
      <p:italic r:id="rId29"/>
      <p:boldItalic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Comic Sans MS" panose="030F0702030302020204" pitchFamily="66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hVDuF5+V78I4O1woT/4HXM4LDc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11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8.xml"/><Relationship Id="rId34" Type="http://schemas.openxmlformats.org/officeDocument/2006/relationships/font" Target="fonts/font8.fntdata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font" Target="fonts/font3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font" Target="fonts/font5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07:00:50.1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238 1694 24575,'-35'-16'0,"-1"3"0,-51-14 0,33 12 0,52 15 0,1-1 0,-1 1 0,0-1 0,0 1 0,1-1 0,-1 0 0,0 1 0,1-1 0,-1 0 0,0 0 0,1 0 0,-1 0 0,1 0 0,-2-2 0,4 2 0,-1 1 0,1-1 0,-1 1 0,1-1 0,-1 1 0,1-1 0,-1 1 0,1 0 0,0-1 0,-1 1 0,1 0 0,0-1 0,-1 1 0,1 0 0,0 0 0,-1 0 0,1 0 0,0-1 0,0 1 0,-1 0 0,1 0 0,1 1 0,64-3 0,-61 2 0,50-1 0,-32-1 0,0 1 0,0 1 0,-1 1 0,1 2 0,0 0 0,-1 1 0,31 10 0,-49-12 0,0 0 0,0 0 0,0 0 0,-1 0 0,1 1 0,-1 0 0,0-1 0,0 1 0,0 1 0,0-1 0,0 0 0,-1 1 0,0-1 0,1 1 0,-1 0 0,0-1 0,-1 1 0,1 0 0,-1 0 0,2 6 0,-3-7 0,0 0 0,1 0 0,-1 0 0,0 0 0,0 0 0,-1-1 0,1 1 0,-1 0 0,1 0 0,-1 0 0,0 0 0,0-1 0,0 1 0,0 0 0,-1-1 0,1 1 0,-1-1 0,1 1 0,-1-1 0,0 0 0,0 0 0,0 0 0,0 0 0,0 0 0,-1 0 0,1 0 0,-1-1 0,1 1 0,-1-1 0,-3 2 0,-1 0 0,-1-1 0,0 1 0,1-1 0,-17 2 0,24-4 0,0 0 0,0 0 0,1 0 0,-1 0 0,0 0 0,0 0 0,0 0 0,0-1 0,0 1 0,0 0 0,0 0 0,0 0 0,0 0 0,0 0 0,0 0 0,0 0 0,0 0 0,-1-1 0,1 1 0,0 0 0,0 0 0,0 0 0,0 0 0,0 0 0,0 0 0,0 0 0,0 0 0,0 0 0,0 0 0,0 0 0,0-1 0,0 1 0,0 0 0,0 0 0,-1 0 0,1 0 0,34-11 0,11 1 0,0 2 0,87-5 0,95 12 0,-200 1 0,44 4 0,1 2 0,-2 4 0,125 33 0,196 96 0,-384-137 0,0 1 0,0 0 0,-1 1 0,1 0 0,-1 0 0,1 0 0,-1 1 0,9 9 0,-14-13 0,0 1 0,0 0 0,0-1 0,0 1 0,0 0 0,-1 0 0,1 0 0,0-1 0,-1 1 0,1 0 0,-1 0 0,0 0 0,0 0 0,0 0 0,0 0 0,0 0 0,0 0 0,0 0 0,-1 0 0,1 0 0,-1 0 0,1 0 0,-1 0 0,0-1 0,1 1 0,-1 0 0,0 0 0,0-1 0,-1 1 0,1-1 0,0 1 0,0-1 0,-1 1 0,1-1 0,-1 0 0,-2 2 0,-7 7 0,-2-1 0,1 0 0,-1-1 0,0-1 0,-1 0 0,0-1 0,0 0 0,0-1 0,-1 0 0,1-2 0,-23 4 0,-7-1 0,-1-1 0,-70-3 0,76-5 0,0-1 0,0-2 0,-64-19 0,100 25 0,0-1 0,0 0 0,0-1 0,0 1 0,1 0 0,-1-1 0,0 0 0,1 1 0,-1-1 0,1 0 0,-1 0 0,-2-3 0,5 4 0,0 1 0,-1-1 0,1 0 0,0 1 0,-1-1 0,1 0 0,0 1 0,0-1 0,0 0 0,-1 1 0,1-1 0,0 0 0,0 0 0,0 1 0,0-1 0,0 0 0,0 1 0,0-1 0,1 0 0,-1 1 0,0-1 0,1-1 0,0 1 0,0-1 0,0 1 0,0-1 0,0 1 0,0-1 0,1 1 0,-1 0 0,1 0 0,-1 0 0,1 0 0,-1 0 0,3-2 0,22-7 0,1 0 0,-1 2 0,1 1 0,1 1 0,-1 1 0,47-2 0,-29 3 0,724-30 0,-750 34 0,-7 1 0,-1-1 0,1 0 0,-1-1 0,1 0 0,21-6 0,-33 7 0,1 0 0,0 0 0,0 0 0,-1 0 0,1 0 0,0 0 0,-1-1 0,1 1 0,0 0 0,0 0 0,-1-1 0,1 1 0,0 0 0,-1-1 0,1 1 0,-1-1 0,1 1 0,0-1 0,-1 1 0,1-1 0,-1 1 0,1-1 0,-1 1 0,0-1 0,1 0 0,-1 1 0,0-1 0,1 0 0,-1 1 0,0-1 0,0 0 0,1 0 0,-1 1 0,0-1 0,0 0 0,0 0 0,0 1 0,0-1 0,0 0 0,0 0 0,0 1 0,-1-1 0,1 0 0,0 1 0,0-1 0,-1 0 0,1 0 0,0 1 0,-1-1 0,1 0 0,0 1 0,-1-1 0,1 1 0,-1-1 0,1 1 0,-1-1 0,1 1 0,-1-1 0,0 1 0,1-1 0,-1 1 0,-1-1 0,-45-26 0,-78-23 0,-226-58 0,14 6 0,273 80 0,-65-24 0,116 40 0,0 0 0,0-1 0,1 0 0,-1-1 0,2 0 0,-19-17 0,29 24 0,0 0 0,-1 0 0,1-1 0,0 1 0,0 0 0,0-1 0,0 1 0,1 0 0,-1-1 0,0 1 0,0-1 0,1 1 0,-1-1 0,1 0 0,0 1 0,-1-1 0,1 0 0,0 1 0,0-1 0,0 0 0,0 1 0,0-1 0,0 0 0,0 1 0,2-3 0,-1 1 0,1 0 0,-1 0 0,1 0 0,0 1 0,0-1 0,1 1 0,-1-1 0,0 1 0,1 0 0,-1 0 0,1 0 0,3-2 0,9-4 0,0 0 0,1 1 0,32-10 0,15 3 0,1 2 0,0 3 0,88-1 0,-66 5 0,-44-3 0,-41 8 0,-1 0 0,0 0 0,1 0 0,-1 0 0,0-1 0,1 1 0,-1 0 0,0 0 0,0 0 0,1 0 0,-1-1 0,0 1 0,0 0 0,1 0 0,-1-1 0,0 1 0,0 0 0,0-1 0,1 1 0,-1 0 0,0 0 0,0-1 0,0 1 0,0 0 0,0-1 0,0 1 0,1 0 0,-1-1 0,0 1 0,0 0 0,0-1 0,0 1 0,0 0 0,0-1 0,-1 1 0,1 0 0,0-1 0,0 1 0,0 0 0,0-1 0,0 1 0,0 0 0,0-1 0,-1 1 0,1 0 0,0 0 0,0-1 0,-1 1 0,1 0 0,0 0 0,0-1 0,-1 1 0,1 0 0,0 0 0,0 0 0,-1-1 0,1 1 0,0 0 0,-1 0 0,-11-6 0,1 1 0,-1 1 0,0 0 0,0 1 0,-1 0 0,1 0 0,-1 2 0,-18-1 0,11-1 0,-639-25 0,-4 64 0,640-34 0,8-2 0,1 1 0,0 1 0,-1 0 0,1 1 0,-14 5 0,28-8 0,-1 0 0,1 0 0,-1 0 0,1 0 0,0 0 0,-1 0 0,1 0 0,-1 0 0,1 0 0,-1 1 0,1-1 0,0 0 0,-1 0 0,1 0 0,-1 0 0,1 1 0,0-1 0,-1 0 0,1 0 0,0 1 0,-1-1 0,1 0 0,0 1 0,0-1 0,-1 0 0,1 1 0,0-1 0,0 0 0,-1 1 0,1-1 0,0 1 0,0-1 0,0 0 0,0 1 0,0-1 0,0 1 0,0-1 0,-1 1 0,1-1 0,0 0 0,1 1 0,-1-1 0,0 1 0,0-1 0,0 1 0,0-1 0,0 0 0,0 1 0,0-1 0,1 1 0,-1-1 0,0 0 0,0 1 0,0-1 0,1 1 0,26 14 0,23 3 0,94 22 0,-110-31 0,1201 224-1634,-1133-216 1399,-93-15 225,600 90-625,7-39 225,-585-52 410,-12 1 0,0-2 0,0 0 0,37-6 0,-53 6 0,0-1 0,-1 0 0,1 0 0,-1 0 0,1 0 0,-1-1 0,1 1 0,-1-1 1,0 1-1,0-1 0,0 0 0,0 0 0,0 0 0,0 0 0,0 0 0,0 0 0,2-4 1,-2 0 95,1 0 1,-1 1 0,0-1 0,0 0 0,-1 0-1,0 0 1,1-11 0,-1-7 376,-1 0 0,-2 1 0,-4-28 0,4 42-377,0-3-83,0 0 0,-1 1-1,0-1 1,-1 0-1,-1 1 1,0 0-1,0 0 1,-1 1-1,-1-1 1,1 1-1,-12-12 1,5 8-10,-1 1 0,0 1 1,0 0-1,-1 1 1,-1 1-1,-27-15 0,-11 2-6,-1 2-1,-1 2 1,-91-18-1,45 13 4,-1 5 0,0 4 0,-165-2 0,259 17 0,-1 1 0,1 0 0,0 0 0,-1 1 0,1 1 0,0-1 0,-12 7 0,19-9 0,1 1 0,-1 0 0,1-1 0,0 1 0,0 0 0,-1 0 0,1 0 0,0 0 0,0 0 0,0 0 0,0 1 0,0-1 0,0 0 0,1 0 0,-1 1 0,0-1 0,1 1 0,-1-1 0,1 0 0,-1 4 0,1-3 0,0 1 0,1-1 0,-1 1 0,1-1 0,-1 0 0,1 1 0,0-1 0,0 0 0,0 1 0,1-1 0,-1 0 0,0 0 0,1 0 0,0 0 0,-1 0 0,1-1 0,3 4 0,9 6 0,0 1 0,0-2 0,1 0 0,1-1 0,23 11 0,96 34 0,-24-19 0,1-5 0,161 23 0,-111-33 0,185-2 0,-332-18 0,155-5 0,-153 3 0,0-1 0,-1 0 0,0-1 0,0-1 0,0 0 0,0-2 0,26-13 0,-37 17 0,-1 0 0,1 0 0,-1-1 0,0 0 0,0 0 0,0 0 0,-1 0 0,1 0 0,-1-1 0,0 1 0,0-1 0,0 0 0,-1 0 0,0 0 0,0 0 0,0 0 0,-1-1 0,1 1 0,-1 0 0,0-1 0,-1 1 0,0-1 0,0 1 0,0-1 0,0 1 0,-2-7 0,0-2 0,-2 0 0,1 1 0,-2 0 0,1 0 0,-2 0 0,0 1 0,0-1 0,-1 1 0,-14-17 0,1 6 1,-1 1 1,-2 0-1,0 2 0,0 1 0,-2 1 0,-1 0 1,0 2-1,-1 2 0,0 0 0,-33-11 0,-23-5-60,-2 5 0,-114-21 0,26 17-151,0 8 0,-1 7 0,-1 8-1,-218 20 1,163 15 210,188-20 0,0 1 0,0 3 0,-49 21 0,82-30 25,1-1-1,0 1 1,0 1-1,0-1 1,1 1-1,-1 1 1,1-1-1,0 1 1,1 1-1,0-1 1,0 1-1,0 0 1,1 0-1,0 1 1,0-1-1,1 1 1,0 0-1,0 1 1,1-1-1,0 1 1,0-1-1,1 1 1,1 0-1,-1 0 1,1 0-1,1 0 1,-1 0-1,2 0 1,-1 0-1,1 0 1,0 0 0,1 0-1,0-1 1,7 17-1,-5-14 19,2 1-1,-1-1 1,1 0 0,1 0-1,0 0 1,1-1 0,12 13-1,4 0-34,53 40 0,20 4-153,3-4 0,3-4-1,204 83 1,-124-74-237,303 71-1,-396-117 358,0-5 0,2-3 0,138 3 0,-218-17 23,0 0 0,-1-1 1,1 0-1,-1-1 0,1-1 0,-1 1 0,22-9 1,-29 8 10,0 1-1,1-1 1,-1 0 0,0 0 0,0 0 0,0 0 0,-1-1 0,1 1 0,-1-1 0,0 0 0,0 0 0,0 0-1,0-1 1,-1 1 0,0 0 0,0-1 0,0 0 0,0 0 0,1-7 0,0 0 82,-1-1-1,0 1 1,-1-1 0,0 0 0,-1 1-1,0-1 1,-1 0 0,-1 1-1,0-1 1,-1 1 0,0-1 0,0 1-1,-2 0 1,-7-16 0,7 20-95,0-1 0,0 1-1,-1 0 1,-1 1 0,1-1 0,-1 1 0,0 0 0,-1 1 0,1 0 0,-1 0-1,-1 0 1,1 1 0,-1 1 0,0-1 0,0 1 0,0 1 0,-1 0-1,-17-4 1,16 5 4,0 0 0,0 0 0,0 1 0,0 1 0,0 0 0,0 0 0,-17 4 0,23-3 0,2 0 0,-1 0 0,0 1 0,0 0 0,0-1 0,1 1 0,-1 1 0,1-1 0,-1 1 0,1-1 0,0 1 0,0 0 0,0 0 0,0 0 0,1 1 0,-1-1 0,1 0 0,0 1 0,0 0 0,0-1 0,1 1 0,-3 7 0,2-5 0,0 0 0,1 0 0,0 0 0,0 0 0,1 1 0,-1-1 0,1 0 0,1 0 0,-1 0 0,1 0 0,0 0 0,0 0 0,1 0 0,0 0 0,0 0 0,0 0 0,1-1 0,0 1 0,0-1 0,7 10 0,-1-4 0,2 0 0,-1 0 0,1-1 0,1 0 0,0-1 0,0 0 0,1-1 0,16 8 0,42 15 0,1-2 0,1-5 0,134 29 0,166 21-1454,726 50-1,-1083-123 1420,31 2 9,1-2 0,92-9 0,-134 7 23,0 0 0,0 0 0,0-1 0,-1 0 0,1 0-1,0 0 1,-1-1 0,0 1 0,1-2 0,-1 1 0,0 0-1,6-7 1,-8 7 14,0 0-1,-1 0 0,0-1 0,0 1 1,0 0-1,0-1 0,0 0 0,-1 1 0,0-1 1,0 0-1,0 0 0,0 0 0,0 0 1,-1 1-1,0-1 0,1 0 0,-1 0 1,-1 0-1,0-5 0,-2-3 129,-1-1-1,0 1 1,-1-1 0,0 2-1,-1-1 1,-1 0 0,0 1-1,0 0 1,-1 1-1,0 0 1,-1 0 0,-13-12-1,-26-23 84,-1 1 0,-2 3 0,-2 2 0,-89-49 0,-247-99-276,246 130 54,-208-54 0,254 88 0,-1 4 0,0 5 0,-124-3 0,217 17 0,-20-1 0,0 2 0,1 0 0,-45 8 0,64-8 0,-1 0 0,1 1 0,0-1 0,-1 1 0,1 1 0,0-1 0,0 1 0,0-1 0,1 1 0,-1 1 0,1-1 0,-1 1 0,1-1 0,0 1 0,0 1 0,1-1 0,-1 0 0,1 1 0,0 0 0,0 0 0,1 0 0,-4 9 0,3-5 0,1 0 0,0 0 0,1 0 0,0 0 0,0 0 0,1 0 0,0 0 0,1 1 0,0-1 0,0 0 0,1 0 0,0 0 0,1 0 0,-1-1 0,2 1 0,-1-1 0,1 1 0,1-1 0,0-1 0,0 1 0,8 9 0,3 1 0,0-1 0,2-1 0,0 0 0,1-1 0,0-1 0,1-1 0,29 14 0,25 8-57,1-3 0,1-3 0,2-4 0,98 19-1,329 29-456,-179-49 514,-251-23 0,0-3 0,97-16 0,-149 15 0,0-1 0,-1-2 0,0 0 0,0-1 0,0-1 0,30-17 0,-46 21 0,1 1 0,-1-2 0,0 1 0,-1-1 0,1 1 0,-1-2 0,0 1 0,0 0 0,0-1 0,-1 0 0,0 0 0,0-1 0,-1 1 0,1-1 0,-2 1 0,1-1 0,-1 0 0,0 0 0,0-1 0,0 1 0,-1 0 0,-1 0 0,1-12 0,-2 8 54,1 1 0,-2 0 0,0-1 1,0 1-1,-1 0 0,0 0 0,0 1 0,-1-1 0,-1 1 0,1-1 0,-8-9 0,2 5-29,-1 1 0,0 0 0,-1 1-1,0 0 1,-1 1 0,-17-12 0,-12-3-31,-1 1 0,0 3 1,-81-29-1,47 23 6,-1 4 0,-2 3 0,0 4 0,-102-10 0,115 22 0,1 3 0,-1 3 0,0 3 0,1 2 0,-111 26 0,151-26 0,0 2 0,0 0 0,1 2 0,0 1 0,-30 18 0,46-23 0,1-1 0,-1 2 0,2-1 0,-1 1 0,0 0 0,1 1 0,1-1 0,-1 2 0,1-1 0,1 1 0,-1-1 0,1 1 0,1 1 0,0-1 0,0 1 0,-4 18 0,6-18 0,-1 1 0,2 0 0,0 0 0,0 0 0,1-1 0,0 1 0,0 0 0,1 0 0,1 0 0,0-1 0,1 1 0,0 0 0,0-1 0,1 0 0,0 0 0,1 0 0,0-1 0,1 1 0,0-1 0,0 0 0,1-1 0,0 0 0,1 0 0,0 0 0,0-1 0,0 0 0,19 11 0,8 5 0,2-3 0,0 0 0,49 17 0,136 35 0,4-18-279,2-10 1,2-10-1,1-9 0,306-9 0,-522-16 282,6 1 46,1-2-1,0 0 1,-1-1-1,1-2 1,23-6-1,-41 9-32,-1 0 0,1 0 0,-1-1 0,1 1 0,-1-1 0,0 0 0,0 0 0,0 0 1,0 0-1,0-1 0,0 1 0,0-1 0,-1 1 0,0-1 0,1 0 0,-1 0 0,0-1 0,0 1 0,-1 0 0,1 0 0,-1-1 0,1 1 0,-1-1 0,0 0 0,0 1 0,-1-1 0,1 0 0,-1 1 0,0-1 1,0 0-1,0 1 0,0-1 0,-1 0 0,0 0 0,1 1 0,-3-6 0,0-1 16,-1-1 0,-1 1 0,1 0 0,-2 0 0,1 0 1,-1 0-1,-1 1 0,0 0 0,0 1 0,-1-1 0,0 1 0,0 1 0,-1 0 0,0 0 1,0 0-1,-15-7 0,-7-3-40,0 2 0,-1 1 0,-1 2 0,-40-10 0,-32-1 8,-1 5 0,-1 4 0,0 5 0,-205 10 0,291 0 0,-1 0 0,1 2 0,0 1 0,-28 8 0,46-11 0,-1 0 0,0 1 0,1-1 0,-1 1 0,1 0 0,-1 0 0,1 1 0,0-1 0,0 1 0,0-1 0,0 1 0,0 0 0,-2 4 0,4-5 0,0 1 0,0-1 0,0 1 0,0-1 0,1 1 0,-1-1 0,1 1 0,-1-1 0,1 1 0,0 0 0,0-1 0,0 1 0,1-1 0,-1 1 0,1 0 0,-1-1 0,1 1 0,0-1 0,0 1 0,0-1 0,0 0 0,2 4 0,3 3 0,-1-1 0,1 1 0,1-1 0,-1 0 0,1 0 0,1 0 0,12 9 0,70 43 0,-18-20 0,2-4 0,1-3 0,1-4 0,113 29 0,-42-24 0,230 24 0,-24-34 0,-283-23 0,0-4 0,-1-2 0,73-15 0,-135 18 0,0 1 0,1-2 0,-1 1 0,0-1 0,0 0 0,-1 0 0,1 0 0,-1-1 0,1 0 0,-1-1 0,0 1 0,8-10 0,-12 12 0,0-1 0,0 0 0,0 0 0,-1 1 0,1-1 0,-1 0 0,0-1 0,0 1 0,0 0 0,0 0 0,0 0 0,-1-1 0,1 1 0,-1 0 0,0 0 0,0-1 0,0 1 0,0 0 0,-1-1 0,0 1 0,1 0 0,-1 0 0,0 0 0,0-1 0,-1 1 0,1 0 0,-1 0 0,1 1 0,-5-6 0,-2-2 0,0 0 0,-1 0 0,-1 1 0,1 0 0,-2 1 0,1 0 0,-1 0 0,0 1 0,-1 1 0,-21-10 0,-7 0 0,0 2 0,-45-10 0,-1 6 0,-1 3 0,0 5 0,-1 3 0,-130 7 0,215 0 0,-54 6 0,53-6 0,1 1 0,0 0 0,0-1 0,-1 2 0,1-1 0,0 0 0,0 0 0,0 1 0,0 0 0,1 0 0,-1 0 0,0 0 0,-2 3 0,4-4 0,0 0 0,1 0 0,-1 0 0,1 0 0,-1 0 0,1 0 0,-1 0 0,1 0 0,0 0 0,0 0 0,-1 0 0,1 1 0,0-1 0,0 0 0,0 0 0,0 0 0,0 0 0,1 0 0,-1 1 0,0-1 0,0 0 0,1 0 0,-1 0 0,1 0 0,-1 0 0,1 0 0,-1 0 0,1 0 0,0 0 0,-1 0 0,1-1 0,2 3 0,31 24 0,-15-16 0,2-1 0,-1-1 0,1 0 0,0-2 0,1-1 0,0 0 0,0-2 0,0 0 0,37 0 0,-3-3 0,1-2 0,99-16 0,-64 0-76,-1-4 0,-2-3 0,0-5 0,-2-3 0,-1-4 0,-2-4 0,145-92 0,-192 106 76,-1-1 0,-2-2 0,48-50 0,-72 69 0,-1 0 0,-1-1 0,0 0 0,0 0 0,-1 0 0,-1-1 0,0-1 0,0 1 0,-1-1 0,-1 0 0,0 0 0,-1 0 0,0 0 0,-1-1 0,1-20 0,-4 25 1,0-1-1,0 1 1,-1 0-1,0 0 1,-1 0-1,0 0 1,-1 1-1,1-1 1,-1 1-1,-1 0 1,-7-11-1,2 7-2,0 0 0,0 1 0,-1 0 0,-1 0 0,0 2 0,-16-12 0,-4 2 105,-1 1 0,-1 2 0,0 1 0,-69-19 0,26 15-85,-2 3 1,0 4-1,0 3 0,-1 3 1,-93 7-1,35 8-21,0 6 0,-153 37 0,279-49 3,-12 2 0,0 0 0,0 2 0,0 1 0,1 0 0,-30 17 0,49-23 0,1 0 0,-1 0 0,0 1 0,1-1 0,0 1 0,-1 0 0,1 0 0,0 0 0,1 1 0,-1-1 0,0 1 0,1-1 0,0 1 0,0 0 0,0 0 0,0 0 0,1 0 0,0 0 0,0 0 0,0 1 0,0-1 0,0 0 0,1 1 0,0-1 0,0 0 0,0 1 0,0-1 0,1 0 0,0 1 0,0-1 0,0 0 0,0 0 0,0 0 0,1 0 0,0 0 0,0 0 0,0 0 0,4 4 0,8 15 0,1-1 0,2 0 0,0-1 0,1 0 0,1-2 0,1 0 0,1-2 0,0 0 0,2-1 0,36 20 0,-4-7 0,0-3 0,2-2 0,96 27 0,-49-25-129,1-5 0,1-4-1,1-5 1,146-2 0,-200-11 129,-1-2 0,1-2 0,-1-3 0,0-2 0,64-21 0,-92 23 0,-1-2 0,0 0 0,-1-2 0,0 0 0,31-24 0,-40 25 0,0 0 0,-1-1 0,0 0 0,-1-1 0,-1-1 0,0 1 0,0-1 0,-2-1 0,8-16 0,-11 19 11,0 0 1,-1 0 0,-1-1 0,0 1 0,0-1 0,-1 0-1,-1 0 1,0 0 0,-1 0 0,-1 0 0,0 0 0,0 1-1,-1-1 1,-1 0 0,0 1 0,-1-1 0,0 1-1,-1 0 1,0 0 0,-1 1 0,0-1 0,-1 1 0,0 1-1,-15-17 1,1 3 23,-1 2 0,-1 1 1,-1 0-1,0 2 0,-2 1 0,0 1 0,-1 1 0,0 1 0,-42-15 0,-11 2-109,-1 4 0,-1 3 0,-1 4 0,-88-7 0,-349-5-794,466 27 837,-1768 0-2306,1643 5 2292,144-3 113,5-1 355,-52 8-1,74-6-337,1 0 1,-1 1 0,1 0 0,-1 1-1,1-1 1,0 1 0,0 1-1,0-1 1,0 1 0,1 1 0,-10 7-1,14-10-33,-1 1-1,0-1 0,1 1 1,0 0-1,0 0 0,0 0 0,0 0 1,0 1-1,0-1 0,1 0 1,0 1-1,0-1 0,0 1 0,0-1 1,0 1-1,1-1 0,-1 1 1,1 0-1,0-1 0,0 1 0,0 0 1,1-1-1,-1 1 0,1 0 1,0-1-1,0 1 0,0-1 0,1 0 1,-1 1-1,1-1 0,0 0 1,0 0-1,0 0 0,2 3 0,4 5-60,1-1 0,0 0-1,0-1 1,1 0-1,0-1 1,0 0-1,1 0 1,19 10-1,11 1 12,1-1 0,1-2 0,81 19 0,140 11-110,-245-43 86,217 27-283,351 0 0,-565-29 305,-1-2 0,1 0 0,0-1 0,0-1 0,-1-1 0,36-12 0,-55 16 0,0-1 0,1 0 0,-1 1 0,0-1 0,0 0 0,0 0 0,0 0 0,0-1 0,0 1 0,0 0 0,-1-1 0,1 1 0,0-1 0,-1 0 0,1 1 0,-1-1 0,1 0 0,-1 0 0,0 0 0,0 0 0,0 0 0,0 0 0,0 0 0,-1 0 0,1-1 0,0 1 0,-1 0 0,0 0 0,1-4 0,-3 2 0,1 0 0,-1 1 0,0-1 0,0 1 0,0-1 0,0 1 0,0 0 0,-1 0 0,1 0 0,-1 0 0,0 0 0,0 1 0,0-1 0,-1 1 0,1 0 0,0 0 0,-7-3 0,-20-10 0,-1 1 0,0 2 0,-1 0 0,-60-11 0,-143-11 0,109 24 29,0 6 0,-1 6-1,-140 19 1,104 3 280,-307 87-1,446-105-308,1 2 0,0 1 0,1 0 0,-40 24 0,61-33 0,-1 1 0,0 0 0,1 0 0,-1 0 0,1 0 0,-1 0 0,1 0 0,0 0 0,-1 0 0,1 1 0,0-1 0,0 0 0,0 1 0,0-1 0,0 1 0,0-1 0,0 1 0,1 0 0,-1-1 0,0 1 0,1 0 0,-1-1 0,1 1 0,0 0 0,0 0 0,0 3 0,1-3 0,1 0 0,-1 0 0,1 0 0,0-1 0,0 1 0,0 0 0,0-1 0,0 0 0,0 1 0,0-1 0,0 0 0,1 0 0,-1 0 0,0 0 0,1-1 0,-1 1 0,1 0 0,-1-1 0,5 0 0,36 6 0,0-2 0,57-1 0,-53-3 0,797-30-916,-630 7 39,411-98 1,-581 110 851,0-2 1,-2-1-1,1-2 1,71-40 0,-105 50 19,0 0-1,0-1 1,0 0 0,-1 0 0,0-1 0,-1 0 0,10-12 0,-16 18 10,1-1 1,-1 1-1,0 0 0,1 0 1,-1-1-1,-1 1 0,1 0 1,0-1-1,0 1 1,-1-1-1,0 1 0,1-1 1,-1 1-1,0-1 1,0 0-1,0 1 0,-1-1 1,1 1-1,0-1 1,-1 1-1,0-1 0,0 1 1,0 0-1,0-1 0,0 1 1,0 0-1,0 0 1,-1 0-1,1-1 0,-1 1 1,1 1-1,-1-1 1,0 0-1,0 0 0,0 1 1,0-1-1,-4-1 1,-8-7 153,-1 1 0,0 1 0,-1 1 1,0 0-1,-27-8 0,-102-20 491,129 32-615,-698-94-611,-17 61 211,-934 23-2638,1629 13 3003,-7 0 0,0 2 0,-48 7 0,71-3 22,16 0 176,35 6 482,759 136 2508,-661-129-3034,498 56 535,-620-75-689,11 2 0,0-2 0,0 0 0,23-3 0,-39 3 0,1-1 0,-1 1 0,1-1 0,0 0 0,-1 0 0,1 0 0,-1 0 0,1 0 0,-1 0 0,0-1 0,0 1 0,4-4 0,-5 4 0,-1 0 0,1 0 0,0 0 0,-1-1 0,1 1 0,-1 0 0,1 0 0,-1-1 0,0 1 0,1 0 0,-1-1 0,0 1 0,0 0 0,0-1 0,0 1 0,0 0 0,0-1 0,0 1 0,-1 0 0,1 0 0,0-1 0,-1 1 0,1 0 0,-1 0 0,1-1 0,-2-1 0,-8-14 0,-2 0 0,1 1 0,-2 0 0,0 1 0,-1 1 0,-28-24 0,21 19 0,-38-43 0,57 59 0,0 0 0,-1 0 0,1-1 0,0 1 0,0-1 0,1 1 0,-1-1 0,1 0 0,0 1 0,0-1 0,-1-6 0,2 8 0,0 1 0,0 0 0,1-1 0,-1 1 0,0 0 0,1 0 0,-1 0 0,1-1 0,-1 1 0,1 0 0,-1 0 0,1 0 0,0 0 0,0 0 0,-1 0 0,1 0 0,0 0 0,0 0 0,0 0 0,0 1 0,0-1 0,0 0 0,0 0 0,1 1 0,-1-1 0,0 1 0,0-1 0,0 1 0,1 0 0,-1 0 0,0-1 0,0 1 0,1 0 0,-1 0 0,0 0 0,1 0 0,-1 0 0,2 1 0,21 0 0,0 2 0,-1 1 0,1 0 0,-1 2 0,0 1 0,41 18 0,-3-3 0,408 155 0,-445-168 0,-15-7 0,-1 1 0,1 1 0,-1-1 0,0 2 0,0-1 0,0 1 0,-1 0 0,0 0 0,12 12 0,-18-17 0,-1 0 0,0 1 0,0-1 0,1 0 0,-1 1 0,0-1 0,1 0 0,-1 1 0,0-1 0,0 1 0,0-1 0,0 0 0,1 1 0,-1-1 0,0 1 0,0-1 0,0 0 0,0 1 0,0-1 0,0 1 0,0-1 0,0 1 0,0-1 0,0 0 0,0 1 0,0-1 0,0 1 0,-1-1 0,1 1 0,0-1 0,0 0 0,0 1 0,-1-1 0,1 0 0,0 1 0,0-1 0,-1 0 0,1 1 0,0-1 0,0 0 0,-1 1 0,1-1 0,-1 0 0,1 0 0,0 1 0,-1-1 0,0 0 0,-24 7 0,24-7 0,-76 8 0,-1-3 0,-118-8 0,77-1 0,107 4 0,3 0 0,1 0 0,-1 0 0,1-1 0,0 0 0,0 0 0,-12-4 0,18 4 0,0 0 0,1 0 0,-1 0 0,0 0 0,0 0 0,1-1 0,-1 1 0,1-1 0,-1 1 0,1-1 0,-1 1 0,1-1 0,0 0 0,0 0 0,0 1 0,0-1 0,0 0 0,0 0 0,1 0 0,-1 0 0,0 0 0,1 0 0,0 0 0,-1 0 0,1-1 0,0 1 0,0 0 0,0 0 0,1 0 0,0-4 0,2-22 0,-2-1 0,0 0 0,-7-49 0,3 61 0,0 1 0,-1 0 0,-1-1 0,-1 2 0,0-1 0,-1 1 0,-17-28 0,11 26 0,0 0 0,-2 0 0,1 2 0,-2 0 0,0 0 0,-1 2 0,0 0 0,-1 1 0,0 0 0,-1 2 0,-22-9 0,-28-13-159,-2 4-1,-1 3 1,-149-31 0,-238-8-547,-265 24 627,548 44 82,0 7-1,-199 39 0,346-44-2,6-4 0,1 2 0,0 1 0,-1 1 0,2 1 0,-1 0 0,1 2 0,0 0 0,-23 15 0,41-21 13,0 0 0,0 0 0,0 0-1,0 0 1,1 0 0,-1 0 0,1 1 0,0-1 0,0 1 0,0 0 0,1-1 0,-1 1 0,1 0 0,0 0 0,0 0 0,0 0-1,0 0 1,1 0 0,0 0 0,0 0 0,0 1 0,0-1 0,1 0 0,1 7 0,2 5 157,0-1 0,1 0 0,0 0 0,1-1 0,10 18 0,-4-12-163,1-1 1,1-1-1,0 0 0,1-1 0,1-1 0,0 0 1,1-1-1,1 0 0,25 14 0,191 115-7,125 36-164,781 273-2031,39-102-318,-193-134 878,-962-213 1695,-1 0 301,-1 0 0,1-2 0,0 0 0,0-2 0,0 0 1,0-2-1,33-5 0,-53 5-230,0 1 0,0-1-1,0 0 1,0 0 0,-1 0 0,1 0 0,0 0 0,-1 0 0,1-1-1,-1 0 1,0 1 0,0-1 0,0 0 0,0 0 0,0 0-1,-1 0 1,0 0 0,1 0 0,-1-1 0,1-5 0,3-10 160,-1-1 0,2-29 0,-3 26-354,2-16 63,-2 0 0,-1-1 0,-2 1 0,-9-66 0,5 83 0,-1 1 0,0-1 0,-2 1 0,0 1 0,-2-1 0,0 1 0,-1 1 0,-1 0 0,-1 0 0,-17-20 0,3 10 0,-2 1 0,-1 1 0,-1 2 0,-1 1 0,-1 1 0,-2 2 0,0 1 0,0 2 0,-47-17 0,-4 4 0,-1 3 0,-169-30 0,-10 18 0,205 34 0,-1 2 0,-84 7 0,142-3 0,0 0 0,0 0 0,0 0 0,0 0 0,0 0 0,0 1 0,1 0 0,-1-1 0,0 1 0,0 0 0,1 0 0,-1 1 0,0-1 0,1 0 0,0 1 0,-1 0 0,1 0 0,0-1 0,0 1 0,0 0 0,0 1 0,0-1 0,0 0 0,0 1 0,-1 3 0,2-2 0,1 0 0,0 0 0,0 0 0,0 1 0,0-1 0,1 0 0,-1 0 0,1 0 0,0 0 0,1 0 0,-1 0 0,1 0 0,0 0 0,-1 0 0,2-1 0,-1 1 0,4 4 0,8 11 0,1-1 0,1 0 0,0-1 0,1-1 0,1 0 0,34 22 0,134 73 0,-167-101 0,152 74 0,354 119 0,-508-197 0,16 6 0,0 0 0,1-3 0,1-1 0,-1-1 0,57 3 0,-88-10 0,0 0 0,0 0 0,0 0 0,0 0 0,0 0 0,0-1 0,0 1 0,0-1 0,0 0 0,0 0 0,0 0 0,-1 0 0,1-1 0,0 1 0,-1-1 0,1 1 0,-1-1 0,1 0 0,-1 0 0,0 0 0,0 0 0,0-1 0,0 1 0,0-1 0,-1 1 0,1-1 0,-1 1 0,1-1 0,-1 0 0,0 0 0,0 0 0,0 1 0,-1-1 0,1 0 0,-1 0 0,1 0 0,-1 0 0,0-6 0,-1 2 0,0 0 0,0-1 0,-1 1 0,1 0 0,-2-1 0,1 1 0,-1 0 0,0 1 0,0-1 0,-1 0 0,0 1 0,0 0 0,-1 0 0,0 0 0,-5-6 0,-7-2 0,0 1 0,-1 0 0,0 1 0,-1 1 0,0 1 0,-37-15 0,0 6 0,-80-16 0,14 12-146,-2 5-1,-200-3 1,-254 43-793,-117 72 840,549-62 106,2 6-1,-238 95 1,321-106-7,0 2 0,2 3 0,-84 60 0,123-78 0,2 1 0,0 1 0,0 0 0,2 2 0,0 0 0,1 0 0,1 1 0,0 1 0,2 0 0,0 1 0,2 1 0,0 0 0,-8 28 0,15-39 50,1 0 1,0 1-1,1-1 0,0 0 0,1 1 1,0-1-1,0 0 0,2 0 0,-1 1 1,2-1-1,-1 0 0,1 0 0,1-1 1,0 1-1,1-1 0,0 1 0,0-1 1,1-1-1,0 1 0,1-1 0,0 0 1,0-1-1,1 1 0,0-2 0,1 1 1,0-1-1,0 0 0,11 6 0,-3-5-50,-17-12 0,-30-21 0,-243-129-1365,171 105-5461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07:00:29.4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46 24575,'19'-8'0,"1"1"0,-1 0 0,1 2 0,1 0 0,-1 1 0,26-1 0,130 0 0,-114 6 0,1717 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07:00:34.8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0 655 24575,'11'0'0,"1"-1"0,-1 0 0,0-1 0,0 0 0,0 0 0,-1-1 0,1 0 0,-1-1 0,1-1 0,-1 0 0,0 0 0,-1 0 0,1-2 0,-1 1 0,0-1 0,-1 0 0,0-1 0,12-14 0,-11 11 0,-2 0 0,1-1 0,-1 0 0,-1 0 0,0 0 0,-1-1 0,0 0 0,-1 0 0,-1-1 0,0 1 0,0-1 0,-2 0 0,0 1 0,-1-25 0,-1 31 0,0 0 0,0 1 0,-1-1 0,0 1 0,-1 0 0,-6-13 0,8 18 0,0-1 0,0 0 0,0 1 0,0-1 0,0 1 0,-1-1 0,1 1 0,-1-1 0,1 1 0,-1 0 0,1 0 0,-3-2 0,3 3 0,0 0 0,0 0 0,1 0 0,-1 0 0,0-1 0,0 1 0,0 0 0,0 1 0,0-1 0,1 0 0,-1 0 0,0 0 0,0 0 0,0 1 0,0-1 0,1 0 0,-1 1 0,0-1 0,0 0 0,1 1 0,-1-1 0,0 1 0,1-1 0,-1 1 0,1 0 0,-1-1 0,0 1 0,1 0 0,-1 0 0,0 2 0,0-1 0,0 0 0,0 1 0,0 0 0,0-1 0,1 1 0,-1-1 0,1 1 0,0 0 0,0 0 0,0-1 0,0 1 0,0 0 0,0-1 0,1 1 0,-1 0 0,1-1 0,0 1 0,0-1 0,0 1 0,2 3 0,33 61 0,-27-52 0,1 2 0,89 139 0,-86-139 0,1 0 0,1-1 0,1 0 0,0-1 0,1-1 0,26 17 0,-14-15 0,0-1 0,0-1 0,2-1 0,-1-2 0,2-2 0,-1 0 0,46 5 0,23-3 0,106-2 0,-40-3 0,23 8 0,9 2 0,275-14 0,-408-10 0,99-25 0,35-5 0,347 25 0,-423 15 0,-120-2 0,10 0 0,-1 0 0,1-1 0,21-4 0,-32 5 0,-1 0 0,0 0 0,0 0 0,1 0 0,-1-1 0,0 1 0,0 0 0,0-1 0,0 1 0,1-1 0,-1 1 0,0-1 0,0 0 0,0 1 0,0-1 0,0 0 0,0 0 0,0 1 0,-1-1 0,1 0 0,0 0 0,0 0 0,-1 0 0,1 0 0,0-1 0,-1 1 0,1 0 0,-1 0 0,0 0 0,1 0 0,-1-1 0,0 1 0,0 0 0,1 0 0,-1 0 0,0-1 0,0 1 0,0 0 0,-1 0 0,1-1 0,0 1 0,0 0 0,-1 0 0,1 0 0,-1-1 0,1 1 0,-1 0 0,1 0 0,-1 0 0,0 0 0,0-1 0,-5-5 0,1-1 0,-1 1 0,-1 1 0,1-1 0,-1 1 0,0 0 0,-1 1 0,-8-6 0,-71-36 0,72 40 0,-26-12 0,-1 2 0,0 2 0,-1 1 0,-73-12 0,83 21 0,0 1 0,0 2 0,0 1 0,-1 2 0,1 1 0,-66 12 0,86-10 0,0-1 0,0 2 0,1-1 0,-1 2 0,1 0 0,0 0 0,1 1 0,-1 1 0,-9 8 0,14-10 0,1 0 0,-1 1 0,2 0 0,-1 0 0,1 0 0,0 1 0,0-1 0,1 1 0,0 0 0,1 0 0,-1 1 0,2-1 0,-1 1 0,-1 12 0,1-2 0,1 0 0,0 33 0,2-47 0,1 0 0,-1 1 0,1-1 0,0 0 0,0 0 0,1 1 0,-1-1 0,1 0 0,0 0 0,1 0 0,-1-1 0,1 1 0,0-1 0,4 6 0,-6-9 0,1 0 0,-1 0 0,0 0 0,1 0 0,0 0 0,-1 0 0,1 0 0,-1 0 0,1-1 0,0 1 0,0-1 0,-1 1 0,1-1 0,0 0 0,0 1 0,-1-1 0,1 0 0,0 0 0,0-1 0,0 1 0,-1 0 0,1 0 0,0-1 0,0 1 0,-1-1 0,1 0 0,0 1 0,-1-1 0,1 0 0,0 0 0,-1 0 0,0 0 0,1 0 0,-1 0 0,3-3 0,6-5 0,-1-1 0,1 0 0,12-19 0,-16 21 0,28-37 0,-2-2 0,-3-2 0,32-69 0,-47 85 0,-1 0 0,-2-1 0,-2 0 0,-1-1 0,-1 0 0,2-55 0,-7 59 0,0-78 0,-2 98 0,-1-1 0,0 0 0,-1 1 0,0-1 0,-1 1 0,-6-18 0,8 27 0,1 0 0,0 1 0,-1-1 0,0 1 0,1-1 0,-1 1 0,0-1 0,0 1 0,1 0 0,-1-1 0,0 1 0,-1 0 0,1-1 0,0 1 0,0 0 0,0 0 0,-1 0 0,1 0 0,0 0 0,-1 1 0,1-1 0,-1 0 0,1 1 0,-1-1 0,0 1 0,1-1 0,-1 1 0,1 0 0,-1-1 0,0 1 0,1 0 0,-1 0 0,0 0 0,1 1 0,-1-1 0,0 0 0,1 1 0,-1-1 0,1 1 0,-1-1 0,1 1 0,-1-1 0,1 1 0,-3 2 0,0 0 0,0 0 0,0 1 0,1 0 0,-1 0 0,1 0 0,0 0 0,0 0 0,0 0 0,1 1 0,-1 0 0,1-1 0,0 1 0,-2 10 0,1 2 0,0 1-1,1 0 1,1 0-1,0 0 1,2 0-1,0-1 0,1 1 1,1 0-1,0-1 1,11 31-1,-4-22 3,2 0 1,0-1-1,2 0 0,0-1 0,2-1 0,21 26 0,16 7-24,2-1 0,2-3 0,2-3 0,68 43 0,22 6-79,3-7-1,5-6 1,3-8 0,318 107-1,-466-180 104,10 4 35,1-1 1,1-1 0,-1-1-1,47 3 1,-66-7-29,0-1 0,0 0 0,1 0 0,-1-1 0,0 1 0,0-1 0,1 0 0,-1 0 0,0-1 1,0 1-1,0-1 0,0 0 0,-1 0 0,1 0 0,0 0 0,-1-1 0,1 1 0,-1-1 0,0 0 0,0 0 0,0 0 0,-1-1 0,1 1 0,-1 0 0,1-1 0,-1 0 0,0 0 1,0 0-1,-1 0 0,1 0 0,-1 0 0,0 0 0,0 0 0,0-5 0,1-4 0,0 0 0,-1 0 0,0 0 1,-1 0-1,-1 0 0,0 0 0,0 0 0,-2 1 1,1-1-1,-2 0 0,-4-12 0,4 18-9,1 0-1,-1 0 1,0 1-1,0-1 1,-1 1-1,0 0 1,0 0 0,-1 1-1,1 0 1,-1 0-1,0 0 1,0 0-1,-1 1 1,0 0-1,1 0 1,-1 1 0,-1 0-1,1 0 1,-15-3-1,-15-1 1,-1 2 0,0 1 0,0 2 0,0 2 0,0 1 0,0 2 0,0 1 0,1 3 0,0 0 0,-39 15 0,60-16 0,0 0 0,0 2 0,1 0 0,0 0 0,1 2 0,0 0 0,-16 14 0,26-20 0,0 0 0,1 0 0,-1 0 0,1 0 0,0 1 0,0 0 0,0-1 0,0 1 0,1 0 0,0 0 0,-3 10 0,5-12 0,-1 1 0,1-1 0,0 1 0,0-1 0,1 1 0,-1-1 0,1 0 0,-1 1 0,1-1 0,0 0 0,0 1 0,1-1 0,-1 0 0,1 0 0,-1 0 0,1 0 0,0 0 0,0 0 0,0-1 0,5 5 0,5 3 0,0 1 0,1-2 0,0 0 0,1 0 0,0-2 0,0 1 0,1-2 0,-1 0 0,1-1 0,1 0 0,30 5 0,13-1 0,109 2 0,-153-10 0,0-1 0,0 0 0,1-1 0,-1-1 0,-1-1 0,1 0 0,0-1 0,-1 0 0,1-1 0,-1-1 0,-1 0 0,1-1 0,-1 0 0,0-1 0,-1-1 0,1 0 0,-2 0 0,0-1 0,0-1 0,0 0 0,-2-1 0,11-14 0,-7 5 0,0 0 0,-2-1 0,-1 0 0,0-1 0,-2 0 0,-1 0 0,0-1 0,-2 0 0,2-25 0,-2 0 0,-3 0 0,-2 1 0,-9-78 0,8 117 0,-1 0 0,0 1 0,0-1 0,-1 1 0,0-1 0,0 1 0,-1 0 0,0 0 0,-1 0 0,0 1 0,0-1 0,-9-8 0,4 5 0,-1 1 0,0 1 0,-1 0 0,0 0 0,0 1 0,-26-12 0,1 5 0,-1 2 0,0 1 0,-1 2 0,-63-8 0,74 14 0,1 0 0,-1 2 0,0 1 0,0 2 0,-29 3 0,52-4 0,-1 1 0,1 0 0,0 0 0,-1 1 0,1-1 0,0 1 0,0 0 0,0 1 0,0-1 0,0 1 0,1 0 0,-1 0 0,1 0 0,0 1 0,0 0 0,0-1 0,0 1 0,1 1 0,-1-1 0,1 1 0,0-1 0,0 1 0,1 0 0,-1 0 0,1 0 0,1 0 0,-1 0 0,0 0 0,1 1 0,0-1 0,1 1 0,-1 7 0,1-9 0,0 0 0,0 0 0,0 0 0,1 0 0,0 0 0,0 0 0,0 0 0,0 0 0,1 0 0,-1 0 0,1-1 0,0 1 0,0 0 0,0-1 0,1 0 0,-1 1 0,1-1 0,0 0 0,0 0 0,0-1 0,0 1 0,0-1 0,1 1 0,-1-1 0,1 0 0,-1 0 0,1 0 0,0-1 0,0 0 0,0 1 0,0-1 0,0-1 0,0 1 0,0 0 0,5-1 0,-1 1 0,-1-1 0,0 1 0,0-1 0,0-1 0,1 0 0,-1 0 0,0 0 0,0-1 0,0 0 0,0 0 0,-1 0 0,1-1 0,-1 0 0,1-1 0,-1 1 0,0-1 0,0-1 0,0 1 0,8-9 0,-7 2 0,-1 1 0,0-1 0,0-1 0,-1 1 0,-1-1 0,0 0 0,-1 0 0,0 0 0,0 0 0,-2 0 0,1-1 0,-2 1 0,0-15 0,0 17 0,0 0 0,-1 1 0,0-1 0,-1 1 0,0-1 0,0 1 0,-1 0 0,0 0 0,-1 0 0,0 0 0,0 0 0,-1 1 0,0 0 0,0 0 0,-1 0 0,0 1 0,-10-10 0,0 6 0,-1 0 0,0 2 0,0 0 0,-1 0 0,0 2 0,-1 0 0,1 1 0,-25-4 0,4 3 0,0 1 0,0 3 0,-44 0 0,68 4 0,0 0 0,0 0 0,0 2 0,0 0 0,0 0 0,0 1 0,1 1 0,0 1 0,-26 13 0,33-14 0,0-1 0,0 1 0,0 1 0,1-1 0,-1 1 0,1 0 0,1 1 0,-1-1 0,1 1 0,0 0 0,1 0 0,0 1 0,0-1 0,1 1 0,-1 0 0,2 0 0,-1 0 0,1 1 0,-1 8 0,2-1 0,0-1 0,2 0 0,0 1 0,0-1 0,2 0 0,-1 0 0,2 0 0,0 0 0,1 0 0,1-1 0,0 0 0,1 0 0,0 0 0,1-1 0,0 0 0,14 15 0,9 8 0,1-1 0,2-2 0,74 58 0,-28-32 0,136 75 0,-160-104 0,1-3 0,1-2 0,99 27 0,-140-48 0,1-1 0,-1 0 0,1-1 0,-1-1 0,1-1 0,0 0 0,-1-1 0,1-1 0,0-1 0,-1 0 0,0-2 0,0 0 0,19-8 0,-26 9 0,1-2 0,-1 0 0,0 0 0,0-1 0,0 0 0,-1 0 0,0-1 0,-1 0 0,0-1 0,0 0 0,0 0 0,-2-1 0,1 0 0,-1 0 0,0-1 0,-1 1 0,-1-1 0,1 0 0,-2-1 0,4-14 0,-3 6 0,-1 1 0,-1-1 0,0-21 0,-1 35 0,-2 0 0,1 0 0,-1 0 0,0 0 0,0 0 0,0 0 0,-1 0 0,0 0 0,0 0 0,0 1 0,-1-1 0,0 1 0,-7-10 0,9 14 0,1 0 0,-1 0 0,1 0 0,-1 0 0,0 0 0,1 0 0,-1 0 0,0 1 0,0-1 0,0 0 0,0 1 0,0-1 0,1 0 0,-1 1 0,0-1 0,0 1 0,-1-1 0,1 1 0,0 0 0,0 0 0,0-1 0,0 1 0,0 0 0,0 0 0,0 0 0,0 0 0,0 0 0,-1 0 0,1 0 0,0 1 0,0-1 0,0 0 0,0 0 0,0 1 0,0-1 0,0 1 0,0-1 0,0 1 0,0 0 0,0-1 0,0 1 0,1 0 0,-1-1 0,0 1 0,0 0 0,0 0 0,1 0 0,-2 2 0,-1 2 0,0 1 0,0 0 0,0 0 0,1 0 0,0 0 0,0 1 0,0 7 0,0-5 0,0 1 0,1-1 0,1 1 0,0-1 0,0 1 0,0 0 0,2-1 0,-1 1 0,1-1 0,0 1 0,1-1 0,0 0 0,1 0 0,0 0 0,0-1 0,0 1 0,2-1 0,-1 0 0,1 0 0,0-1 0,0 1 0,1-2 0,0 1 0,10 7 0,4 2 0,1-2 0,1-1 0,0 0 0,1-2 0,0 0 0,46 12 0,5-4 0,82 9 0,-46-14 0,-1-4 0,134-6 0,-167-8 0,0-3 0,-1-3 0,0-4 0,77-24 0,-126 30 0,0-2 0,-1 0 0,0-2 0,-1-1 0,-1-1 0,0-1 0,23-19 0,-36 25 0,0-1 0,-2 0 0,1 0 0,-1-1 0,0 0 0,-1-1 0,-1 0 0,0 0 0,0 0 0,-1-1 0,-1 0 0,0 0 0,-1-1 0,0 1 0,3-26 0,-6 26 0,0 1 0,0-1 0,-2 0 0,1 1 0,-1-1 0,-1 1 0,-1-1 0,1 1 0,-2 0 0,0 0 0,0 0 0,-1 1 0,0-1 0,-1 1 0,-1 0 0,0 1 0,0-1 0,-1 1 0,0 1 0,-1 0 0,0 0 0,0 0 0,-1 1 0,0 1 0,0 0 0,-1 0 0,0 1 0,0 0 0,-23-7 0,-6 0 0,0 3 0,-1 1 0,-1 2 0,1 2 0,-1 1 0,0 3 0,0 1 0,0 2 0,-53 10 0,73-8 0,1 1 0,-1 1 0,2 1 0,-1 1 0,1 1 0,0 0 0,1 2 0,0 0 0,1 1 0,0 1 0,-30 28 0,40-33 0,0 1 0,0 0 0,1 0 0,0 0 0,0 1 0,1 0 0,1 0 0,0 0 0,0 1 0,1 0 0,0 0 0,1 0 0,0 0 0,1 1 0,0-1 0,1 1 0,0-1 0,1 1 0,0-1 0,1 1 0,0 0 0,1-1 0,0 0 0,4 12 0,2-3 0,1 0 0,1-1 0,1 0 0,1-1 0,0 0 0,1-1 0,1 0 0,1-1 0,0-1 0,1 0 0,1-1 0,19 13 0,25 13 0,1-2 0,84 38 0,13-8 0,-140-61 0,0-1 0,0-2 0,1 1 0,0-2 0,0-1 0,27 0 0,-40-2 0,0-1 0,0 0 0,0-1 0,-1 0 0,1 0 0,0 0 0,-1 0 0,0-1 0,0 0 0,0-1 0,0 0 0,0 1 0,0-2 0,-1 1 0,0-1 0,0 1 0,0-2 0,-1 1 0,0 0 0,0-1 0,0 0 0,0 0 0,-1 0 0,0 0 0,0 0 0,2-9 0,1-6 0,0 0 0,-1 0 0,-1-1 0,-1 0 0,-1 0 0,-1 0 0,-2-24 0,0 25 0,-2 0 0,0 0 0,-1 1 0,-1-1 0,-1 1 0,-1 0 0,0 1 0,-2 0 0,0 0 0,-18-27 0,9 22 0,0 0 0,-2 2 0,0 0 0,-2 2 0,0 0 0,-43-29 0,5 13 0,-2 2 0,-1 3 0,-1 3 0,-2 3 0,-105-27 0,-59 1 0,204 47 0,0 2 0,0 0 0,0 1 0,0 2 0,0 1 0,-49 9 0,67-9 0,0 1 0,0 0 0,1 1 0,-1-1 0,1 1 0,0 1 0,0-1 0,0 1 0,1 1 0,-1-1 0,1 1 0,1 0 0,-1 1 0,1-1 0,0 1 0,0 0 0,1 0 0,0 1 0,0-1 0,1 1 0,-4 13 0,-2 13 0,1 0 0,1 0 0,-2 66 0,7-81 0,-1 23 0,1 0 0,2 0 0,2 0 0,2 0 0,2-1 0,12 47 0,-14-72 0,1 0 0,0-1 0,1 0 0,1 0 0,1-1 0,0 0 0,0 0 0,2-1 0,-1 0 0,2 0 0,0-1 0,0-1 0,1 1 0,0-2 0,1 0 0,0-1 0,1 0 0,29 14 0,-19-14 0,1 0 0,1-2 0,0 0 0,0-2 0,0-1 0,0-1 0,1-1 0,0-2 0,-1 0 0,31-5 0,-42 2 0,-1 0 0,0 0 0,0-1 0,0-1 0,-1 0 0,1-1 0,-1-1 0,22-14 0,-26 14 0,-1 0 0,0 0 0,-1 0 0,0-1 0,0 0 0,-1 0 0,0-1 0,0 0 0,-1 0 0,0 0 0,0-1 0,-1 0 0,3-13 0,-2 2 0,-1 0 0,-1 0 0,-1 0 0,-1-1 0,-1 1 0,-1-1 0,-1 1 0,0-1 0,-2 1 0,-1 0 0,0 1 0,-1-1 0,-2 1 0,0 0 0,-1 1 0,-13-22 0,-3 0 0,-1 1 0,-2 2 0,-1 1 0,-3 1 0,0 1 0,-49-38 0,36 35 0,-1 3 0,-2 2 0,-1 2 0,-2 2 0,-61-25 0,85 43 0,0 1 0,-1 2 0,0 0 0,0 2 0,-1 1 0,1 2 0,-1 0 0,0 2 0,0 1 0,0 1 0,0 2 0,-38 8 0,61-10 0,0 1 0,0 0 0,0 0 0,0 0 0,0 1 0,1 0 0,-1 0 0,1 0 0,-1 1 0,1 0 0,1 0 0,-1 0 0,0 0 0,-6 10 0,7-8 0,0 1 0,1-1 0,0 1 0,0 0 0,1 0 0,-1 0 0,2 0 0,-1 0 0,1 1 0,0-1 0,1 0 0,0 13 0,2 5 0,1 0 0,0 0 0,3-1 0,0 0 0,1 0 0,1 0 0,1-1 0,2 0 0,0-1 0,1 0 0,1 0 0,1-2 0,1 0 0,1 0 0,18 17 0,8 4 0,2-1 0,2-3 0,1-1 0,2-2 0,63 32 0,31 4 0,3-6 0,2-6 0,197 49 0,-342-107 0,27 8 0,61 9 0,-84-16 0,0 0 0,-1-1 0,1 0 0,0 0 0,0-1 0,0 1 0,-1-2 0,1 1 0,-1-1 0,1 0 0,-1 0 0,1 0 0,-1-1 0,0 0 0,8-5 0,-11 5 0,0-1 0,0 1 0,0-1 0,0 0 0,-1 0 0,0 0 0,1 0 0,-1 0 0,-1 0 0,1 0 0,-1-1 0,1 1 0,-1-1 0,0 1 0,0-6 0,0-75 0,-2 66 0,1-6 0,-2 0 0,-1 0 0,-1 0 0,-2 0 0,0 1 0,-1 0 0,-14-32 0,16 46 0,-1 0 0,1 0 0,-1 0 0,-1 1 0,0-1 0,0 1 0,-1 1 0,0 0 0,-1 0 0,0 1 0,0 0 0,0 0 0,-1 1 0,0 0 0,0 0 0,0 2 0,-1-1 0,-14-3 0,13 4 0,0 2 0,1 0 0,-1 0 0,0 1 0,0 0 0,-1 1 0,1 1 0,0 0 0,0 0 0,1 1 0,-22 6 0,28-6 0,0 0 0,0 1 0,0-1 0,1 1 0,-1 0 0,1 0 0,0 0 0,0 1 0,0 0 0,0-1 0,1 1 0,-1 1 0,1-1 0,0 0 0,0 1 0,1-1 0,-1 1 0,1 0 0,0 0 0,1 0 0,-1 0 0,1 0 0,0 0 0,0 1 0,0-1 0,1 0 0,0 1 0,0-1 0,1 6 0,-1 0 0,2 0 0,-1 0 0,2 0 0,-1 0 0,1 0 0,1-1 0,0 0 0,1 0 0,-1 0 0,2 0 0,7 10 0,-3-6 0,2-1 0,-1 0 0,2 0 0,0-1 0,0-1 0,22 14 0,0-4 0,1-1 0,0-3 0,2 0 0,0-3 0,54 14 0,-46-16 0,1-3 0,0-1 0,1-2 0,-1-3 0,1-1 0,0-3 0,74-10 0,-110 9 0,0-1 0,0 0 0,0 0 0,-1-2 0,1 1 0,-1-1 0,0-1 0,0 0 0,-1-1 0,0 0 0,0 0 0,-1-1 0,0 0 0,0-1 0,10-12 0,-10 8 0,-1-1 0,0 0 0,-1 0 0,0-1 0,-1 0 0,-1 0 0,0-1 0,-1 1 0,-1-1 0,3-32 0,-3 16 0,-1 1 0,-2-1 0,-1 0 0,-1 0 0,-2 1 0,-10-42 0,11 63 0,1 1 0,-2-1 0,0 0 0,0 1 0,0 0 0,-1 0 0,0 1 0,-1-1 0,0 1 0,-1 0 0,1 1 0,-1-1 0,-1 1 0,1 1 0,-1-1 0,-1 1 0,1 1 0,-1 0 0,0 0 0,0 0 0,0 1 0,-1 1 0,-16-5 0,8 4 0,0 1 0,1 1 0,-1 0 0,0 1 0,0 1 0,0 1 0,0 1 0,0 0 0,1 1 0,-1 1 0,1 0 0,-20 9 0,27-9 0,1 1 0,-1 0 0,1 0 0,0 1 0,0 1 0,1-1 0,0 1 0,0 1 0,0-1 0,1 1 0,0 1 0,1-1 0,0 1 0,0 0 0,1 1 0,0-1 0,1 1 0,0 0 0,0 0 0,1 0 0,-3 16 0,5-8 0,-1-1 0,2 1 0,0 0 0,2-1 0,0 1 0,0-1 0,2 1 0,0-1 0,1 0 0,1 0 0,0-1 0,1 1 0,1-2 0,1 1 0,0-1 0,1 0 0,0-1 0,16 17 0,-15-20 0,0 1 0,1-1 0,0-1 0,1 0 0,0-1 0,0-1 0,1 0 0,0 0 0,18 5 0,-21-9 0,1 0 0,-1-1 0,1-1 0,-1 0 0,1-1 0,0 0 0,0-1 0,-1 0 0,1 0 0,0-2 0,0 1 0,-1-2 0,13-3 0,-6-1 0,0-1 0,-1 0 0,0-2 0,-1 0 0,0 0 0,-1-2 0,0 0 0,0 0 0,-2-2 0,1 0 0,-2 0 0,0-1 0,12-20 0,-6 8 0,-2-1 0,-1-1 0,-1 0 0,-2-1 0,-1 0 0,-1 0 0,7-39 0,-15 58 0,-1 0 0,1 0 0,-2 0 0,0 0 0,0 0 0,-4-22 0,4 29 0,-2-1 0,1 1 0,0 0 0,-1 0 0,0 0 0,0 0 0,0 0 0,0 0 0,-1 0 0,0 1 0,0-1 0,1 1 0,-2 0 0,1 0 0,0 0 0,-1 0 0,1 1 0,-1-1 0,-8-3 0,-4-1 0,-1 2 0,0 0 0,-1 0 0,1 2 0,-1 0 0,0 1 0,0 1 0,-32 2 0,9 2 0,0 2 0,-71 18 0,76-14 0,0 2 0,1 2 0,0 1 0,1 1 0,0 2 0,2 2 0,-47 34 0,67-43 0,0 0 0,1 1 0,0 0 0,1 1 0,0 1 0,1-1 0,1 1 0,-14 28 0,17-29 0,1 0 0,1 0 0,0 0 0,0 0 0,1 1 0,1-1 0,0 1 0,1-1 0,0 1 0,1 0 0,0-1 0,5 19 0,-1-12 0,1 0 0,1 0 0,0 0 0,2-1 0,0 0 0,1 0 0,1-1 0,1 0 0,0-1 0,1-1 0,0 0 0,2-1 0,19 17 0,-11-13 0,1-1 0,1-1 0,1-1 0,0-1 0,1-1 0,0-2 0,1 0 0,43 9 0,-66-18-105,1-1 0,0 0 0,-1-1 0,1 1 0,0-1 0,-1 0 0,1 0 0,0-1 0,0 0 0,-1 0 0,1 0 0,10-5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7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36562" y="1233487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61" name="Google Shape;361;p1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:notes"/>
          <p:cNvSpPr txBox="1"/>
          <p:nvPr/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  <p:sp>
        <p:nvSpPr>
          <p:cNvPr id="409" name="Google Shape;4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9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 txBox="1"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256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dt" idx="10"/>
          </p:nvPr>
        </p:nvSpPr>
        <p:spPr>
          <a:xfrm rot="5400000">
            <a:off x="10090150" y="1792287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ftr" idx="11"/>
          </p:nvPr>
        </p:nvSpPr>
        <p:spPr>
          <a:xfrm rot="5400000">
            <a:off x="8960643" y="3226593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10350500" y="292100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2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3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4"/>
          </p:nvPr>
        </p:nvSpPr>
        <p:spPr>
          <a:xfrm>
            <a:off x="6208710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5781146" y="1447800"/>
            <a:ext cx="519006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1154955" y="2895600"/>
            <a:ext cx="2793158" cy="3129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5"/>
          <p:cNvSpPr>
            <a:spLocks noGrp="1"/>
          </p:cNvSpPr>
          <p:nvPr>
            <p:ph type="pic" idx="2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1"/>
          </p:nvPr>
        </p:nvSpPr>
        <p:spPr>
          <a:xfrm>
            <a:off x="1154955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7"/>
          <p:cNvSpPr>
            <a:spLocks noGrp="1"/>
          </p:cNvSpPr>
          <p:nvPr>
            <p:ph type="pic" idx="2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body" idx="1"/>
          </p:nvPr>
        </p:nvSpPr>
        <p:spPr>
          <a:xfrm>
            <a:off x="1154956" y="553666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7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aption">
  <p:cSld name="Title and Caption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body" idx="1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Caption">
  <p:cSld name="Quote with Caption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body" idx="1"/>
          </p:nvPr>
        </p:nvSpPr>
        <p:spPr>
          <a:xfrm>
            <a:off x="1945945" y="3678766"/>
            <a:ext cx="7725772" cy="34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2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me Card">
  <p:cSld name="Name Card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33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35"/>
          <p:cNvSpPr txBox="1"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94" name="Google Shape;294;p35"/>
          <p:cNvSpPr txBox="1">
            <a:spLocks noGrp="1"/>
          </p:cNvSpPr>
          <p:nvPr>
            <p:ph type="body" idx="2"/>
          </p:nvPr>
        </p:nvSpPr>
        <p:spPr>
          <a:xfrm>
            <a:off x="1154954" y="3193561"/>
            <a:ext cx="3129168" cy="283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95" name="Google Shape;295;p35"/>
          <p:cNvSpPr txBox="1">
            <a:spLocks noGrp="1"/>
          </p:cNvSpPr>
          <p:nvPr>
            <p:ph type="body" idx="3"/>
          </p:nvPr>
        </p:nvSpPr>
        <p:spPr>
          <a:xfrm>
            <a:off x="4512721" y="2603502"/>
            <a:ext cx="314538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96" name="Google Shape;296;p35"/>
          <p:cNvSpPr txBox="1">
            <a:spLocks noGrp="1"/>
          </p:cNvSpPr>
          <p:nvPr>
            <p:ph type="body" idx="4"/>
          </p:nvPr>
        </p:nvSpPr>
        <p:spPr>
          <a:xfrm>
            <a:off x="4512721" y="3193561"/>
            <a:ext cx="3145380" cy="2833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97" name="Google Shape;297;p35"/>
          <p:cNvSpPr txBox="1">
            <a:spLocks noGrp="1"/>
          </p:cNvSpPr>
          <p:nvPr>
            <p:ph type="body" idx="5"/>
          </p:nvPr>
        </p:nvSpPr>
        <p:spPr>
          <a:xfrm>
            <a:off x="7886700" y="2617299"/>
            <a:ext cx="3161029" cy="57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body" idx="6"/>
          </p:nvPr>
        </p:nvSpPr>
        <p:spPr>
          <a:xfrm>
            <a:off x="7886700" y="3193561"/>
            <a:ext cx="3164719" cy="2833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5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37"/>
          <p:cNvSpPr txBox="1"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324" name="Google Shape;324;p37"/>
          <p:cNvSpPr>
            <a:spLocks noGrp="1"/>
          </p:cNvSpPr>
          <p:nvPr>
            <p:ph type="pic" idx="2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25" name="Google Shape;325;p37"/>
          <p:cNvSpPr txBox="1">
            <a:spLocks noGrp="1"/>
          </p:cNvSpPr>
          <p:nvPr>
            <p:ph type="body" idx="3"/>
          </p:nvPr>
        </p:nvSpPr>
        <p:spPr>
          <a:xfrm>
            <a:off x="1154953" y="5109107"/>
            <a:ext cx="3050437" cy="917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326" name="Google Shape;326;p37"/>
          <p:cNvSpPr txBox="1">
            <a:spLocks noGrp="1"/>
          </p:cNvSpPr>
          <p:nvPr>
            <p:ph type="body" idx="4"/>
          </p:nvPr>
        </p:nvSpPr>
        <p:spPr>
          <a:xfrm>
            <a:off x="4572537" y="4532846"/>
            <a:ext cx="3046766" cy="65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327" name="Google Shape;327;p37"/>
          <p:cNvSpPr>
            <a:spLocks noGrp="1"/>
          </p:cNvSpPr>
          <p:nvPr>
            <p:ph type="pic" idx="5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body" idx="6"/>
          </p:nvPr>
        </p:nvSpPr>
        <p:spPr>
          <a:xfrm>
            <a:off x="4568865" y="5184002"/>
            <a:ext cx="3050438" cy="843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body" idx="7"/>
          </p:nvPr>
        </p:nvSpPr>
        <p:spPr>
          <a:xfrm>
            <a:off x="7983434" y="4532847"/>
            <a:ext cx="3050438" cy="65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330" name="Google Shape;330;p37"/>
          <p:cNvSpPr>
            <a:spLocks noGrp="1"/>
          </p:cNvSpPr>
          <p:nvPr>
            <p:ph type="pic" idx="8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body" idx="9"/>
          </p:nvPr>
        </p:nvSpPr>
        <p:spPr>
          <a:xfrm>
            <a:off x="7983434" y="5184001"/>
            <a:ext cx="3050437" cy="84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332" name="Google Shape;332;p37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7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7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>
            <a:spLocks noGrp="1"/>
          </p:cNvSpPr>
          <p:nvPr>
            <p:ph type="title"/>
          </p:nvPr>
        </p:nvSpPr>
        <p:spPr>
          <a:xfrm rot="5400000">
            <a:off x="6909428" y="2945796"/>
            <a:ext cx="4748589" cy="1413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39"/>
          <p:cNvSpPr txBox="1">
            <a:spLocks noGrp="1"/>
          </p:cNvSpPr>
          <p:nvPr>
            <p:ph type="body" idx="1"/>
          </p:nvPr>
        </p:nvSpPr>
        <p:spPr>
          <a:xfrm rot="5400000">
            <a:off x="1904432" y="528990"/>
            <a:ext cx="4748590" cy="6247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356" name="Google Shape;356;p39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39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39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3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4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5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0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1" name="Google Shape;11;p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0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0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0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0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dt" idx="10"/>
          </p:nvPr>
        </p:nvSpPr>
        <p:spPr>
          <a:xfrm rot="5400000">
            <a:off x="10090150" y="1792287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ftr" idx="11"/>
          </p:nvPr>
        </p:nvSpPr>
        <p:spPr>
          <a:xfrm rot="5400000">
            <a:off x="8960643" y="3226593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sldNum" idx="12"/>
          </p:nvPr>
        </p:nvSpPr>
        <p:spPr>
          <a:xfrm>
            <a:off x="10350500" y="292100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12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32" name="Google Shape;32;p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2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2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2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2"/>
            <p:cNvSpPr/>
            <p:nvPr/>
          </p:nvSpPr>
          <p:spPr>
            <a:xfrm rot="-600000">
              <a:off x="8491538" y="1798139"/>
              <a:ext cx="3298825" cy="439807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2"/>
            <p:cNvSpPr/>
            <p:nvPr/>
          </p:nvSpPr>
          <p:spPr>
            <a:xfrm>
              <a:off x="458788" y="1866411"/>
              <a:ext cx="11277600" cy="4534619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2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8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82" name="Google Shape;82;p1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8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8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8"/>
            <p:cNvSpPr/>
            <p:nvPr/>
          </p:nvSpPr>
          <p:spPr>
            <a:xfrm>
              <a:off x="7289800" y="402504"/>
              <a:ext cx="4478338" cy="60540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8"/>
            <p:cNvSpPr/>
            <p:nvPr/>
          </p:nvSpPr>
          <p:spPr>
            <a:xfrm rot="-5700000">
              <a:off x="4698737" y="1825165"/>
              <a:ext cx="3299348" cy="441325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8"/>
            <p:cNvSpPr/>
            <p:nvPr/>
          </p:nvSpPr>
          <p:spPr>
            <a:xfrm rot="-5400000">
              <a:off x="3786501" y="2802490"/>
              <a:ext cx="6054098" cy="1254125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8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2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17" name="Google Shape;117;p2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2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2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2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2"/>
            <p:cNvSpPr/>
            <p:nvPr/>
          </p:nvSpPr>
          <p:spPr>
            <a:xfrm>
              <a:off x="5713413" y="402504"/>
              <a:ext cx="6054725" cy="60540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 rot="-5700000">
              <a:off x="3140606" y="1825959"/>
              <a:ext cx="3299348" cy="439737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2"/>
            <p:cNvSpPr/>
            <p:nvPr/>
          </p:nvSpPr>
          <p:spPr>
            <a:xfrm rot="-5400000">
              <a:off x="2229163" y="2802490"/>
              <a:ext cx="6054098" cy="1254125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24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42" name="Google Shape;142;p2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4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4"/>
            <p:cNvSpPr/>
            <p:nvPr/>
          </p:nvSpPr>
          <p:spPr>
            <a:xfrm>
              <a:off x="6172200" y="402504"/>
              <a:ext cx="5595938" cy="60540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4"/>
            <p:cNvSpPr/>
            <p:nvPr/>
          </p:nvSpPr>
          <p:spPr>
            <a:xfrm rot="-5400000">
              <a:off x="3295170" y="2801697"/>
              <a:ext cx="6054098" cy="1255712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4"/>
            <p:cNvSpPr/>
            <p:nvPr/>
          </p:nvSpPr>
          <p:spPr>
            <a:xfrm rot="-5700000">
              <a:off x="4203437" y="1825165"/>
              <a:ext cx="3299348" cy="441325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4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2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26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67" name="Google Shape;167;p2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6"/>
            <p:cNvSpPr/>
            <p:nvPr/>
          </p:nvSpPr>
          <p:spPr>
            <a:xfrm rot="-600000">
              <a:off x="8491538" y="1798139"/>
              <a:ext cx="3298825" cy="439807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458788" y="1866411"/>
              <a:ext cx="11277600" cy="4534619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2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26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78" name="Google Shape;178;p2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 rot="10320000">
              <a:off x="263525" y="4438569"/>
              <a:ext cx="3300413" cy="441395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10800000">
              <a:off x="458788" y="321529"/>
              <a:ext cx="11277600" cy="4533031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8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202" name="Google Shape;202;p2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8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8"/>
            <p:cNvSpPr/>
            <p:nvPr/>
          </p:nvSpPr>
          <p:spPr>
            <a:xfrm rot="-600000">
              <a:off x="8491538" y="2714271"/>
              <a:ext cx="3298825" cy="441395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455613" y="2801598"/>
              <a:ext cx="11277600" cy="3602608"/>
            </a:xfrm>
            <a:custGeom>
              <a:avLst/>
              <a:gdLst/>
              <a:ahLst/>
              <a:cxnLst/>
              <a:rect l="l" t="t" r="r" b="b"/>
              <a:pathLst>
                <a:path w="10000" h="7946" extrusionOk="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8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2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14" name="Google Shape;214;p28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" name="Google Shape;215;p28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30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225" name="Google Shape;225;p3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0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0"/>
            <p:cNvSpPr/>
            <p:nvPr/>
          </p:nvSpPr>
          <p:spPr>
            <a:xfrm rot="-600000">
              <a:off x="8491538" y="4184529"/>
              <a:ext cx="3298825" cy="441395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0"/>
            <p:cNvSpPr/>
            <p:nvPr/>
          </p:nvSpPr>
          <p:spPr>
            <a:xfrm>
              <a:off x="455613" y="4241688"/>
              <a:ext cx="11277600" cy="233717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0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30"/>
          <p:cNvSpPr txBox="1"/>
          <p:nvPr/>
        </p:nvSpPr>
        <p:spPr>
          <a:xfrm>
            <a:off x="9718675" y="2632075"/>
            <a:ext cx="803275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Font typeface="Arial"/>
              <a:buNone/>
            </a:pPr>
            <a:r>
              <a:rPr lang="en-US" sz="96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235" name="Google Shape;235;p30"/>
          <p:cNvSpPr txBox="1"/>
          <p:nvPr/>
        </p:nvSpPr>
        <p:spPr>
          <a:xfrm>
            <a:off x="898525" y="590550"/>
            <a:ext cx="801687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Font typeface="Arial"/>
              <a:buNone/>
            </a:pPr>
            <a:r>
              <a:rPr lang="en-US" sz="96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36" name="Google Shape;236;p3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0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32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251" name="Google Shape;251;p3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2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2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2"/>
            <p:cNvSpPr/>
            <p:nvPr/>
          </p:nvSpPr>
          <p:spPr>
            <a:xfrm rot="-600000">
              <a:off x="8491538" y="4194055"/>
              <a:ext cx="3298825" cy="43980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2"/>
            <p:cNvSpPr/>
            <p:nvPr/>
          </p:nvSpPr>
          <p:spPr>
            <a:xfrm>
              <a:off x="455613" y="4241688"/>
              <a:ext cx="11277600" cy="233717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2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3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2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" name="Google Shape;264;p32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5" name="Google Shape;265;p32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34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274" name="Google Shape;274;p3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4"/>
            <p:cNvSpPr/>
            <p:nvPr/>
          </p:nvSpPr>
          <p:spPr>
            <a:xfrm rot="-600000">
              <a:off x="8491538" y="1798139"/>
              <a:ext cx="3298825" cy="439807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4"/>
            <p:cNvSpPr/>
            <p:nvPr/>
          </p:nvSpPr>
          <p:spPr>
            <a:xfrm>
              <a:off x="458788" y="1866411"/>
              <a:ext cx="11277600" cy="4534619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3" name="Google Shape;283;p3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34"/>
          <p:cNvCxnSpPr/>
          <p:nvPr/>
        </p:nvCxnSpPr>
        <p:spPr>
          <a:xfrm>
            <a:off x="4403725" y="2570162"/>
            <a:ext cx="0" cy="3492500"/>
          </a:xfrm>
          <a:prstGeom prst="straightConnector1">
            <a:avLst/>
          </a:prstGeom>
          <a:noFill/>
          <a:ln w="12700" cap="rnd" cmpd="sng">
            <a:solidFill>
              <a:schemeClr val="accent1">
                <a:alpha val="4078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85" name="Google Shape;285;p34"/>
          <p:cNvCxnSpPr/>
          <p:nvPr/>
        </p:nvCxnSpPr>
        <p:spPr>
          <a:xfrm>
            <a:off x="7772400" y="2570162"/>
            <a:ext cx="0" cy="3492500"/>
          </a:xfrm>
          <a:prstGeom prst="straightConnector1">
            <a:avLst/>
          </a:prstGeom>
          <a:noFill/>
          <a:ln w="12700" cap="rnd" cmpd="sng">
            <a:solidFill>
              <a:schemeClr val="accent1">
                <a:alpha val="4078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86" name="Google Shape;286;p34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34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36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304" name="Google Shape;304;p3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6"/>
            <p:cNvSpPr/>
            <p:nvPr/>
          </p:nvSpPr>
          <p:spPr>
            <a:xfrm rot="-600000">
              <a:off x="8491538" y="1798139"/>
              <a:ext cx="3298825" cy="439807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6"/>
            <p:cNvSpPr/>
            <p:nvPr/>
          </p:nvSpPr>
          <p:spPr>
            <a:xfrm>
              <a:off x="458788" y="1866411"/>
              <a:ext cx="11277600" cy="4534619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6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3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36"/>
          <p:cNvCxnSpPr/>
          <p:nvPr/>
        </p:nvCxnSpPr>
        <p:spPr>
          <a:xfrm>
            <a:off x="4387850" y="2603500"/>
            <a:ext cx="0" cy="3517900"/>
          </a:xfrm>
          <a:prstGeom prst="straightConnector1">
            <a:avLst/>
          </a:prstGeom>
          <a:noFill/>
          <a:ln w="12700" cap="rnd" cmpd="sng">
            <a:solidFill>
              <a:schemeClr val="accent1">
                <a:alpha val="39607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5" name="Google Shape;315;p36"/>
          <p:cNvCxnSpPr/>
          <p:nvPr/>
        </p:nvCxnSpPr>
        <p:spPr>
          <a:xfrm>
            <a:off x="7802562" y="2603500"/>
            <a:ext cx="0" cy="3492500"/>
          </a:xfrm>
          <a:prstGeom prst="straightConnector1">
            <a:avLst/>
          </a:prstGeom>
          <a:noFill/>
          <a:ln w="12700" cap="rnd" cmpd="sng">
            <a:solidFill>
              <a:schemeClr val="accent1">
                <a:alpha val="39607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16" name="Google Shape;316;p36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17" name="Google Shape;317;p3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18" name="Google Shape;318;p36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9" name="Google Shape;319;p36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0" name="Google Shape;320;p36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38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337" name="Google Shape;337;p3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8"/>
            <p:cNvSpPr/>
            <p:nvPr/>
          </p:nvSpPr>
          <p:spPr>
            <a:xfrm rot="5100000">
              <a:off x="6293383" y="4577532"/>
              <a:ext cx="3300935" cy="441325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8"/>
            <p:cNvSpPr/>
            <p:nvPr/>
          </p:nvSpPr>
          <p:spPr>
            <a:xfrm>
              <a:off x="414338" y="402504"/>
              <a:ext cx="6511925" cy="60540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8"/>
            <p:cNvSpPr/>
            <p:nvPr/>
          </p:nvSpPr>
          <p:spPr>
            <a:xfrm rot="5400000">
              <a:off x="4448488" y="2802490"/>
              <a:ext cx="6054098" cy="1254125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8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p3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8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3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50" name="Google Shape;350;p38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8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8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v.org/?utm_source=chatgpt.com" TargetMode="External"/><Relationship Id="rId13" Type="http://schemas.openxmlformats.org/officeDocument/2006/relationships/customXml" Target="../ink/ink2.xml"/><Relationship Id="rId3" Type="http://schemas.openxmlformats.org/officeDocument/2006/relationships/hyperlink" Target="https://aistudio.google.com/?utm_source=chatgpt.com" TargetMode="External"/><Relationship Id="rId7" Type="http://schemas.openxmlformats.org/officeDocument/2006/relationships/hyperlink" Target="https://tailwindcss.com/?utm_source=chatgpt.com" TargetMode="External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.dev/?utm_source=chatgpt.com" TargetMode="External"/><Relationship Id="rId11" Type="http://schemas.openxmlformats.org/officeDocument/2006/relationships/hyperlink" Target="https://firebase.google.com/docs?utm_source=chatgpt.com" TargetMode="External"/><Relationship Id="rId5" Type="http://schemas.openxmlformats.org/officeDocument/2006/relationships/hyperlink" Target="https://fastapi.tiangolo.com/?utm_source=chatgpt.com" TargetMode="External"/><Relationship Id="rId15" Type="http://schemas.openxmlformats.org/officeDocument/2006/relationships/customXml" Target="../ink/ink3.xml"/><Relationship Id="rId10" Type="http://schemas.openxmlformats.org/officeDocument/2006/relationships/hyperlink" Target="https://www.python.org/doc/?utm_source=chatgpt.com" TargetMode="External"/><Relationship Id="rId4" Type="http://schemas.openxmlformats.org/officeDocument/2006/relationships/hyperlink" Target="https://platform.openai.com/?utm_source=chatgpt.com" TargetMode="External"/><Relationship Id="rId9" Type="http://schemas.openxmlformats.org/officeDocument/2006/relationships/hyperlink" Target="https://developers.google.com/mediapipe?utm_source=chatgpt.com" TargetMode="External"/><Relationship Id="rId1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"/>
          <p:cNvSpPr txBox="1">
            <a:spLocks noGrp="1"/>
          </p:cNvSpPr>
          <p:nvPr>
            <p:ph type="ctrTitle"/>
          </p:nvPr>
        </p:nvSpPr>
        <p:spPr>
          <a:xfrm>
            <a:off x="534987" y="984250"/>
            <a:ext cx="11195050" cy="99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3600"/>
              <a:buFont typeface="Century Gothic"/>
              <a:buNone/>
            </a:pP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6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3200" dirty="0">
                <a:latin typeface="Comic Sans MS" panose="030F0702030302020204" pitchFamily="66" charset="0"/>
              </a:rPr>
              <a:t>An Intelligent AI-Powered Interview Preparation &amp; Placement Readiness System</a:t>
            </a:r>
            <a:endParaRPr dirty="0"/>
          </a:p>
        </p:txBody>
      </p:sp>
      <p:sp>
        <p:nvSpPr>
          <p:cNvPr id="365" name="Google Shape;365;p1"/>
          <p:cNvSpPr txBox="1">
            <a:spLocks noGrp="1"/>
          </p:cNvSpPr>
          <p:nvPr>
            <p:ph type="subTitle" idx="1"/>
          </p:nvPr>
        </p:nvSpPr>
        <p:spPr>
          <a:xfrm>
            <a:off x="5316537" y="2562225"/>
            <a:ext cx="5465762" cy="151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BY</a:t>
            </a:r>
            <a:endParaRPr sz="2000" b="1" i="0" u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AR NEHAA SHRIEE     1CR24EC004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</a:t>
            </a:r>
            <a:r>
              <a:rPr lang="en-US" sz="2000" b="1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ARTHI V</a:t>
            </a:r>
            <a:r>
              <a:rPr lang="en-US" sz="2000" b="1" i="0" u="none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1CR24EC029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dirty="0"/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dirty="0"/>
          </a:p>
        </p:txBody>
      </p:sp>
      <p:sp>
        <p:nvSpPr>
          <p:cNvPr id="367" name="Google Shape;367;p1"/>
          <p:cNvSpPr txBox="1"/>
          <p:nvPr/>
        </p:nvSpPr>
        <p:spPr>
          <a:xfrm>
            <a:off x="3244850" y="5641975"/>
            <a:ext cx="6283325" cy="661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rPr lang="en-US" sz="24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ELECTRONICS AND COMMUNICATION</a:t>
            </a:r>
            <a:endParaRPr sz="2400" b="0" i="0" u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endParaRPr dirty="0"/>
          </a:p>
        </p:txBody>
      </p:sp>
      <p:sp>
        <p:nvSpPr>
          <p:cNvPr id="368" name="Google Shape;368;p1"/>
          <p:cNvSpPr txBox="1"/>
          <p:nvPr/>
        </p:nvSpPr>
        <p:spPr>
          <a:xfrm>
            <a:off x="4970464" y="4860925"/>
            <a:ext cx="6283324" cy="389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Under the Guidance of </a:t>
            </a:r>
            <a:r>
              <a:rPr lang="en-US" sz="2000" b="1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Dr ANANTH KUMAR MS</a:t>
            </a:r>
            <a:endParaRPr sz="20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endParaRPr sz="1800" b="1" i="0" u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rPr lang="en-US" sz="2400" b="0" i="0" u="none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dirty="0"/>
          </a:p>
        </p:txBody>
      </p:sp>
      <p:sp>
        <p:nvSpPr>
          <p:cNvPr id="369" name="Google Shape;369;p1"/>
          <p:cNvSpPr txBox="1"/>
          <p:nvPr/>
        </p:nvSpPr>
        <p:spPr>
          <a:xfrm>
            <a:off x="5541962" y="6527800"/>
            <a:ext cx="1851025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21/05/2026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370" name="Google Shape;370;p1"/>
          <p:cNvSpPr txBox="1"/>
          <p:nvPr/>
        </p:nvSpPr>
        <p:spPr>
          <a:xfrm>
            <a:off x="3101181" y="554342"/>
            <a:ext cx="5989637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r>
              <a:rPr lang="en-US" sz="1800" b="1" i="0" u="none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Project review : second/Final </a:t>
            </a:r>
            <a:r>
              <a:rPr lang="en-US" sz="2400" b="0" i="0" u="none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BFF6C7-2427-C16A-F68F-7C821B6CB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7" y="1982787"/>
            <a:ext cx="4620176" cy="326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75;p2">
            <a:extLst>
              <a:ext uri="{FF2B5EF4-FFF2-40B4-BE49-F238E27FC236}">
                <a16:creationId xmlns:a16="http://schemas.microsoft.com/office/drawing/2014/main" id="{62C69C33-9FAC-E427-F1D2-0320913676A8}"/>
              </a:ext>
            </a:extLst>
          </p:cNvPr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4D52-B0CE-37A0-DFEA-726704A1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918BF-CA2C-E355-6658-A5F80BA83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700" y="2603499"/>
            <a:ext cx="8761412" cy="4095251"/>
          </a:xfrm>
        </p:spPr>
        <p:txBody>
          <a:bodyPr/>
          <a:lstStyle/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2800" b="0" i="0" u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Review</a:t>
            </a:r>
          </a:p>
          <a:p>
            <a:r>
              <a:rPr lang="en-US" sz="2800" b="0" i="0" u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Result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Conclusion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Reference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AEBDB31-1AA4-33C0-BBC9-7259C39A1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421115"/>
            <a:ext cx="2054100" cy="1452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375;p2">
            <a:extLst>
              <a:ext uri="{FF2B5EF4-FFF2-40B4-BE49-F238E27FC236}">
                <a16:creationId xmlns:a16="http://schemas.microsoft.com/office/drawing/2014/main" id="{38F26691-5AED-B42A-1290-E81E43C61D65}"/>
              </a:ext>
            </a:extLst>
          </p:cNvPr>
          <p:cNvSpPr txBox="1"/>
          <p:nvPr/>
        </p:nvSpPr>
        <p:spPr>
          <a:xfrm>
            <a:off x="10352087" y="311317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684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endParaRPr dirty="0"/>
          </a:p>
        </p:txBody>
      </p:sp>
      <p:sp>
        <p:nvSpPr>
          <p:cNvPr id="377" name="Google Shape;377;p2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r>
              <a:rPr lang="en-US" sz="1800" dirty="0">
                <a:latin typeface="Bodoni"/>
                <a:sym typeface="Bodoni"/>
              </a:rPr>
              <a:t>ELECTRONICS AND COMMUNICATION</a:t>
            </a:r>
            <a:endParaRPr dirty="0"/>
          </a:p>
        </p:txBody>
      </p:sp>
      <p:sp>
        <p:nvSpPr>
          <p:cNvPr id="378" name="Google Shape;378;p2"/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379" name="Google Shape;379;p2"/>
          <p:cNvSpPr txBox="1"/>
          <p:nvPr/>
        </p:nvSpPr>
        <p:spPr>
          <a:xfrm>
            <a:off x="0" y="2346324"/>
            <a:ext cx="11983453" cy="394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803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4D604D-110D-85C9-D65A-CC0EC59FA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2978A972-DCCD-F26E-7FE6-7BC06243D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47" y="1987549"/>
            <a:ext cx="11983453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preparation is an important part of the placement process.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face difficulties in technical interviews, communication, and confidence building.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preparation methods do not provide personalized guidance or real-time feedback.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mainly offer static questions without intelligent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Artificial Intelligence (AI) and Natural Language Processing (NLP) to create smart mock interviews.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personalized interview questions and evaluates candidate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fld>
            <a:endParaRPr/>
          </a:p>
        </p:txBody>
      </p:sp>
      <p:sp>
        <p:nvSpPr>
          <p:cNvPr id="386" name="Google Shape;386;p3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r>
              <a:rPr lang="en-US" sz="1800" b="0" i="0" u="none">
                <a:solidFill>
                  <a:srgbClr val="000000"/>
                </a:solidFill>
                <a:latin typeface="Bodoni"/>
                <a:ea typeface="Bodoni"/>
                <a:cs typeface="Bodoni"/>
                <a:sym typeface="Bodoni"/>
              </a:rPr>
              <a:t>Name of the Department</a:t>
            </a:r>
            <a:endParaRPr/>
          </a:p>
        </p:txBody>
      </p:sp>
      <p:sp>
        <p:nvSpPr>
          <p:cNvPr id="387" name="Google Shape;387;p3"/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r>
              <a:rPr lang="en-US" sz="3600" b="0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388" name="Google Shape;388;p3"/>
          <p:cNvSpPr txBox="1"/>
          <p:nvPr/>
        </p:nvSpPr>
        <p:spPr>
          <a:xfrm>
            <a:off x="746125" y="2416174"/>
            <a:ext cx="10761662" cy="347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interactive and adaptive interview environment.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upload resumes and attend AI-generated mock interviews.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analyzes answers and provides intelligent feedback and performance scores.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candidates improve technical knowledge, communication skills, and placement readiness.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acts as a virtual AI interview mentor for students and job seekers.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makes interview preparation smarter, faster, and more effective. </a:t>
            </a:r>
          </a:p>
          <a:p>
            <a:pPr marL="342900" marR="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803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2000" b="0" i="0" u="none" dirty="0">
              <a:solidFill>
                <a:srgbClr val="40404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E91B8F9-4C82-0AB4-D1F2-9B21942A7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C87941-16DA-A564-F2C9-79959C757405}"/>
                  </a:ext>
                </a:extLst>
              </p14:cNvPr>
              <p14:cNvContentPartPr/>
              <p14:nvPr/>
            </p14:nvContentPartPr>
            <p14:xfrm>
              <a:off x="5512888" y="5887333"/>
              <a:ext cx="2702520" cy="809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C87941-16DA-A564-F2C9-79959C7574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9888" y="5824333"/>
                <a:ext cx="2828160" cy="9349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C299CB3-797D-5147-9525-8A1335A63389}"/>
              </a:ext>
            </a:extLst>
          </p:cNvPr>
          <p:cNvSpPr txBox="1"/>
          <p:nvPr/>
        </p:nvSpPr>
        <p:spPr>
          <a:xfrm>
            <a:off x="3978442" y="6128084"/>
            <a:ext cx="4781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Bodoni" panose="020B0604020202020204" charset="0"/>
              </a:rPr>
              <a:t>ELECTRONICS AND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fld>
            <a:endParaRPr/>
          </a:p>
        </p:txBody>
      </p:sp>
      <p:sp>
        <p:nvSpPr>
          <p:cNvPr id="395" name="Google Shape;395;p4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r>
              <a:rPr lang="en-IN" sz="1800" dirty="0">
                <a:latin typeface="Bodoni" panose="020B0604020202020204" charset="0"/>
              </a:rPr>
              <a:t>ELECTRONICS AND COMMUNICATION</a:t>
            </a:r>
            <a:endParaRPr sz="1800" dirty="0">
              <a:latin typeface="Bodoni" panose="020B0604020202020204" charset="0"/>
            </a:endParaRPr>
          </a:p>
        </p:txBody>
      </p:sp>
      <p:sp>
        <p:nvSpPr>
          <p:cNvPr id="396" name="Google Shape;396;p4"/>
          <p:cNvSpPr txBox="1">
            <a:spLocks noGrp="1"/>
          </p:cNvSpPr>
          <p:nvPr>
            <p:ph type="title"/>
          </p:nvPr>
        </p:nvSpPr>
        <p:spPr>
          <a:xfrm>
            <a:off x="-251927" y="91922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IN" dirty="0"/>
              <a:t>Objective</a:t>
            </a:r>
            <a:endParaRPr dirty="0"/>
          </a:p>
        </p:txBody>
      </p:sp>
      <p:sp>
        <p:nvSpPr>
          <p:cNvPr id="397" name="Google Shape;397;p4"/>
          <p:cNvSpPr txBox="1"/>
          <p:nvPr/>
        </p:nvSpPr>
        <p:spPr>
          <a:xfrm>
            <a:off x="304800" y="2105424"/>
            <a:ext cx="11459661" cy="3926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lang="en-IN"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803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F911CB4-8913-3612-E9D0-A4169770B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3008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15A7115-8B7F-B925-6531-EC382006E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91" y="1890118"/>
            <a:ext cx="10700365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interview preparation and placement readiness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personalized interview questions based on the candidate’s resume and skills.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candidate responses using Artificial Intelligence and Natural Language Processing (NLP).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interactive mock interview environment for users.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C45CBF3-8FEE-69EA-1C14-D9892D5EF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91" y="4306164"/>
            <a:ext cx="963757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technical knowledge, communication skills, and overall interview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intelligent feedback and performance improvement suggestions.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fld>
            <a:endParaRPr/>
          </a:p>
        </p:txBody>
      </p:sp>
      <p:sp>
        <p:nvSpPr>
          <p:cNvPr id="404" name="Google Shape;404;p5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r>
              <a:rPr lang="en-US" sz="1800" dirty="0">
                <a:latin typeface="Bodoni"/>
                <a:sym typeface="Bodoni"/>
              </a:rPr>
              <a:t>ELECTRONICS AND COMMUNICATION</a:t>
            </a:r>
            <a:endParaRPr dirty="0"/>
          </a:p>
        </p:txBody>
      </p:sp>
      <p:sp>
        <p:nvSpPr>
          <p:cNvPr id="405" name="Google Shape;405;p5"/>
          <p:cNvSpPr txBox="1">
            <a:spLocks noGrp="1"/>
          </p:cNvSpPr>
          <p:nvPr>
            <p:ph type="title"/>
          </p:nvPr>
        </p:nvSpPr>
        <p:spPr>
          <a:xfrm>
            <a:off x="0" y="1051844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0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lang="en-IN" dirty="0"/>
          </a:p>
        </p:txBody>
      </p:sp>
      <p:sp>
        <p:nvSpPr>
          <p:cNvPr id="406" name="Google Shape;406;p5"/>
          <p:cNvSpPr txBox="1"/>
          <p:nvPr/>
        </p:nvSpPr>
        <p:spPr>
          <a:xfrm>
            <a:off x="746125" y="2416175"/>
            <a:ext cx="10761662" cy="3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►"/>
            </a:pPr>
            <a:endParaRPr dirty="0"/>
          </a:p>
          <a:p>
            <a:pPr marL="342900" marR="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803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B53DBAE-D73E-5606-AEB7-176D5AB44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8546D7C-DC0E-20F7-A632-1F43B3341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32" y="2044221"/>
            <a:ext cx="16221265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interview preparation platforms mainly provide predefined and static interview questions without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mock interview systems lack intelligent analysis of candidate responses and communication skills.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Several online platforms use basic automation but do not provide adaptive interview experiences based on resumes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skill 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Artificial Intelligence (AI) and Natural Language Processing (NLP) technologies are increasingly being used 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recruitment and interview analysis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Generative AI models have improved the ability to create context-aware and personalized interview interactions.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fld>
            <a:endParaRPr/>
          </a:p>
        </p:txBody>
      </p:sp>
      <p:sp>
        <p:nvSpPr>
          <p:cNvPr id="413" name="Google Shape;413;p6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r>
              <a:rPr lang="en-US" sz="1800" dirty="0">
                <a:latin typeface="Bodoni"/>
                <a:sym typeface="Bodoni"/>
              </a:rPr>
              <a:t>ELECTRONICS AND COMMUNICATION</a:t>
            </a:r>
            <a:endParaRPr dirty="0"/>
          </a:p>
        </p:txBody>
      </p:sp>
      <p:sp>
        <p:nvSpPr>
          <p:cNvPr id="415" name="Google Shape;415;p6"/>
          <p:cNvSpPr txBox="1"/>
          <p:nvPr/>
        </p:nvSpPr>
        <p:spPr>
          <a:xfrm flipV="1">
            <a:off x="995507" y="5423181"/>
            <a:ext cx="1076166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</a:pPr>
            <a:endParaRPr dirty="0"/>
          </a:p>
          <a:p>
            <a:pPr marL="342900" marR="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803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C345849-59EF-5CD0-21BD-F06E51BEB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217462-E33B-18EF-5743-862F0C3B1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58" y="2577527"/>
            <a:ext cx="11769385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Generative AI models have improved the ability to create context-aware and personalized interview interactions.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However, many existing systems still lack comprehensive placement readiness analysis and real-time intelligent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feedback.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aims to overcome these limitations by integrating AI-powered interview generation,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response evaluation, and performance analytics into a single platform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A1C64-E01D-CEF8-DC86-F5A3BDC4FB08}"/>
              </a:ext>
            </a:extLst>
          </p:cNvPr>
          <p:cNvSpPr txBox="1"/>
          <p:nvPr/>
        </p:nvSpPr>
        <p:spPr>
          <a:xfrm>
            <a:off x="4104549" y="1063625"/>
            <a:ext cx="70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lang="en-IN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fld>
            <a:endParaRPr/>
          </a:p>
        </p:txBody>
      </p:sp>
      <p:sp>
        <p:nvSpPr>
          <p:cNvPr id="423" name="Google Shape;423;p7"/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0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</a:t>
            </a:r>
            <a:endParaRPr dirty="0"/>
          </a:p>
        </p:txBody>
      </p:sp>
      <p:sp>
        <p:nvSpPr>
          <p:cNvPr id="424" name="Google Shape;424;p7"/>
          <p:cNvSpPr txBox="1"/>
          <p:nvPr/>
        </p:nvSpPr>
        <p:spPr>
          <a:xfrm flipV="1">
            <a:off x="922588" y="6044098"/>
            <a:ext cx="1076166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</a:pPr>
            <a:r>
              <a:rPr lang="en-US" sz="3200" b="0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D03C00B-1A7E-30FC-4CFE-65FA4709B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5596A0D-227C-0FB1-F197-B4715E728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91" y="1909230"/>
            <a:ext cx="13390337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user first registers and logs into the system through the authentication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candidate uploads their resume in PDF format to the platform.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resume content such as skills, projects, and technologies using text extraction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data is processed using Artificial Intelligence (AI) and Natural Language Processing (NLP).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resume content, the AI generates personalized HR and technical interview questions.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user attends the mock interview by answering the generated questions.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the user’s responses and evaluates technical knowledge, communication skills,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DAF5F-668A-DAFA-B446-36550E48D62F}"/>
              </a:ext>
            </a:extLst>
          </p:cNvPr>
          <p:cNvSpPr txBox="1"/>
          <p:nvPr/>
        </p:nvSpPr>
        <p:spPr>
          <a:xfrm>
            <a:off x="4312915" y="6448135"/>
            <a:ext cx="4764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Bodoni" panose="020B0604020202020204" charset="0"/>
              </a:rPr>
              <a:t>ELECTRONICS AND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8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fld>
            <a:endParaRPr/>
          </a:p>
        </p:txBody>
      </p:sp>
      <p:sp>
        <p:nvSpPr>
          <p:cNvPr id="431" name="Google Shape;431;p8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r>
              <a:rPr lang="en-US" sz="1800" dirty="0">
                <a:latin typeface="Bodoni"/>
                <a:sym typeface="Bodoni"/>
              </a:rPr>
              <a:t>ELECTRONICS AND COMMUNICATION</a:t>
            </a:r>
            <a:endParaRPr dirty="0"/>
          </a:p>
        </p:txBody>
      </p:sp>
      <p:sp>
        <p:nvSpPr>
          <p:cNvPr id="432" name="Google Shape;432;p8"/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r>
              <a:rPr lang="en-US" sz="3600" b="0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433" name="Google Shape;433;p8"/>
          <p:cNvSpPr txBox="1"/>
          <p:nvPr/>
        </p:nvSpPr>
        <p:spPr>
          <a:xfrm>
            <a:off x="746125" y="2416175"/>
            <a:ext cx="10761662" cy="3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</a:pPr>
            <a:endParaRPr dirty="0"/>
          </a:p>
          <a:p>
            <a:pPr marL="342900" marR="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803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2C02512-5114-54D2-B913-803D2D841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DAB1144-ECE0-B5E9-48C9-3C29D32B8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89" y="2162436"/>
            <a:ext cx="1443853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successfully generated personalized interview questions based on the uploaded resume.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platform was able to conduct mock interview sessions in an interactive manner.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analyzed candidate responses and provided performance evaluation and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successfully displayed interview scores, feedback, and placement readiness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Artificial Intelligence (AI) and Natural Language Processing (NLP) improved the effectiveness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interview preparation.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were able to improve technical knowledge, communication skills, and interview confidence through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repeated practice.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BC51F-729F-D0DA-331E-4D095951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Google Shape;375;p2">
            <a:extLst>
              <a:ext uri="{FF2B5EF4-FFF2-40B4-BE49-F238E27FC236}">
                <a16:creationId xmlns:a16="http://schemas.microsoft.com/office/drawing/2014/main" id="{E79B84B2-6399-F5D2-5789-244F4C580F61}"/>
              </a:ext>
            </a:extLst>
          </p:cNvPr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fld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CFDC41-EBC1-E472-434B-094C6569E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540" y="2426217"/>
            <a:ext cx="6398920" cy="427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94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F0A6B-8CA4-99F8-07F0-6664E4260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A4AB04-6F08-EB92-DC94-334E2C32A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6673" y="1987414"/>
            <a:ext cx="13619747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successfully developed an intelligent AI-powered platform for interview preparation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placement readiness.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able to generate personalized interview questions based on candidate resumes and skills.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and Natural Language Processing (NLP) were effectively used for response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performance evaluation.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helped users improve technical knowledge, communication skills, and interview confidence through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mock interviews.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provided intelligent feedback, performance scores, and placement readiness analysis in 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user-friendly environment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64B17-DBBB-8C5D-4030-2C69289549E3}"/>
              </a:ext>
            </a:extLst>
          </p:cNvPr>
          <p:cNvSpPr txBox="1"/>
          <p:nvPr/>
        </p:nvSpPr>
        <p:spPr>
          <a:xfrm>
            <a:off x="3898232" y="6357841"/>
            <a:ext cx="7186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Bodoni" panose="020B0604020202020204" charset="0"/>
              </a:rPr>
              <a:t>ELECTRONICS AND COMMUNICATION</a:t>
            </a:r>
          </a:p>
        </p:txBody>
      </p:sp>
      <p:sp>
        <p:nvSpPr>
          <p:cNvPr id="6" name="Google Shape;375;p2">
            <a:extLst>
              <a:ext uri="{FF2B5EF4-FFF2-40B4-BE49-F238E27FC236}">
                <a16:creationId xmlns:a16="http://schemas.microsoft.com/office/drawing/2014/main" id="{71792828-5959-A3E1-618B-35A1B09016F6}"/>
              </a:ext>
            </a:extLst>
          </p:cNvPr>
          <p:cNvSpPr txBox="1"/>
          <p:nvPr/>
        </p:nvSpPr>
        <p:spPr>
          <a:xfrm>
            <a:off x="10352087" y="311317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8897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9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fld>
            <a:endParaRPr/>
          </a:p>
        </p:txBody>
      </p:sp>
      <p:sp>
        <p:nvSpPr>
          <p:cNvPr id="440" name="Google Shape;440;p9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r>
              <a:rPr lang="en-US" sz="1800" b="0" i="0" u="none">
                <a:solidFill>
                  <a:srgbClr val="000000"/>
                </a:solidFill>
                <a:latin typeface="Bodoni"/>
                <a:ea typeface="Bodoni"/>
                <a:cs typeface="Bodoni"/>
                <a:sym typeface="Bodoni"/>
              </a:rPr>
              <a:t>Name of the Department</a:t>
            </a:r>
            <a:endParaRPr/>
          </a:p>
        </p:txBody>
      </p:sp>
      <p:sp>
        <p:nvSpPr>
          <p:cNvPr id="441" name="Google Shape;441;p9"/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 </a:t>
            </a:r>
            <a:endParaRPr/>
          </a:p>
        </p:txBody>
      </p:sp>
      <p:sp>
        <p:nvSpPr>
          <p:cNvPr id="442" name="Google Shape;442;p9"/>
          <p:cNvSpPr txBox="1"/>
          <p:nvPr/>
        </p:nvSpPr>
        <p:spPr>
          <a:xfrm>
            <a:off x="573087" y="2413000"/>
            <a:ext cx="10761662" cy="369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Google AI Studio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OpenAI Platform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FastAPI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React Official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Tailwind CSS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OpenCV Official Website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MediaPipe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Python Official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Firebase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and online resources related to Artificial Intelligence, NLP, and Interview Preparation Systems.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803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DCCEA29-B552-6A54-4F02-7B1A74DE6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AFF9426-5312-D9FD-ED20-E261AE62E75E}"/>
                  </a:ext>
                </a:extLst>
              </p14:cNvPr>
              <p14:cNvContentPartPr/>
              <p14:nvPr/>
            </p14:nvContentPartPr>
            <p14:xfrm>
              <a:off x="5566168" y="6464053"/>
              <a:ext cx="785880" cy="16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AFF9426-5312-D9FD-ED20-E261AE62E75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03528" y="6401053"/>
                <a:ext cx="91152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EB8A9B-3A02-F961-592D-93586748152C}"/>
                  </a:ext>
                </a:extLst>
              </p14:cNvPr>
              <p14:cNvContentPartPr/>
              <p14:nvPr/>
            </p14:nvContentPartPr>
            <p14:xfrm>
              <a:off x="5406328" y="6213493"/>
              <a:ext cx="2521440" cy="503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EB8A9B-3A02-F961-592D-93586748152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43328" y="6150493"/>
                <a:ext cx="2647080" cy="6289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8D1F34A-6345-AF1A-E506-6EFBA7C00C95}"/>
              </a:ext>
            </a:extLst>
          </p:cNvPr>
          <p:cNvSpPr txBox="1"/>
          <p:nvPr/>
        </p:nvSpPr>
        <p:spPr>
          <a:xfrm>
            <a:off x="3449053" y="6280150"/>
            <a:ext cx="5342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Bodoni" panose="020B0604020202020204" charset="0"/>
              </a:rPr>
              <a:t>ELECTRONICS AND 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0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1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2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877</Words>
  <Application>Microsoft Office PowerPoint</Application>
  <PresentationFormat>Widescreen</PresentationFormat>
  <Paragraphs>176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12</vt:i4>
      </vt:variant>
    </vt:vector>
  </HeadingPairs>
  <TitlesOfParts>
    <vt:vector size="32" baseType="lpstr">
      <vt:lpstr>Times New Roman</vt:lpstr>
      <vt:lpstr>Bodoni</vt:lpstr>
      <vt:lpstr>Comic Sans MS</vt:lpstr>
      <vt:lpstr>Noto Sans Symbols</vt:lpstr>
      <vt:lpstr>Century Gothic</vt:lpstr>
      <vt:lpstr>Calibri</vt:lpstr>
      <vt:lpstr>Arial</vt:lpstr>
      <vt:lpstr>1_Ion Boardroom</vt:lpstr>
      <vt:lpstr>Ion Boardroom</vt:lpstr>
      <vt:lpstr>2_Ion Boardroom</vt:lpstr>
      <vt:lpstr>3_Ion Boardroom</vt:lpstr>
      <vt:lpstr>4_Ion Boardroom</vt:lpstr>
      <vt:lpstr>5_Ion Boardroom</vt:lpstr>
      <vt:lpstr>6_Ion Boardroom</vt:lpstr>
      <vt:lpstr>7_Ion Boardroom</vt:lpstr>
      <vt:lpstr>8_Ion Boardroom</vt:lpstr>
      <vt:lpstr>9_Ion Boardroom</vt:lpstr>
      <vt:lpstr>10_Ion Boardroom</vt:lpstr>
      <vt:lpstr>11_Ion Boardroom</vt:lpstr>
      <vt:lpstr>12_Ion Boardroom</vt:lpstr>
      <vt:lpstr>                                       An Intelligent AI-Powered Interview Preparation &amp; Placement Readiness System</vt:lpstr>
      <vt:lpstr>CONTENT</vt:lpstr>
      <vt:lpstr>INTRODUCTION</vt:lpstr>
      <vt:lpstr>INTRODUCTION </vt:lpstr>
      <vt:lpstr>Objective</vt:lpstr>
      <vt:lpstr>LITERATURE REVIEW</vt:lpstr>
      <vt:lpstr>PowerPoint Presentation</vt:lpstr>
      <vt:lpstr>METHODOLOGY </vt:lpstr>
      <vt:lpstr>RESULT </vt:lpstr>
      <vt:lpstr>                          RESULT</vt:lpstr>
      <vt:lpstr>                    CONCLUSION</vt:lpstr>
      <vt:lpstr>REFERENCES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 (Font Style: Comic Sans MS , Size: 30-32)</dc:title>
  <dc:creator>Windows User</dc:creator>
  <cp:lastModifiedBy>nehaashrieear@gmail.com</cp:lastModifiedBy>
  <cp:revision>4</cp:revision>
  <dcterms:created xsi:type="dcterms:W3CDTF">2017-08-03T09:47:51Z</dcterms:created>
  <dcterms:modified xsi:type="dcterms:W3CDTF">2026-05-21T07:23:48Z</dcterms:modified>
</cp:coreProperties>
</file>